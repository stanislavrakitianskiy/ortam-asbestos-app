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10bc98b29fb4def" /><Relationship Type="http://schemas.openxmlformats.org/officeDocument/2006/relationships/extended-properties" Target="/docProps/app.xml" Id="R214a4d33c49c4e3d" /><Relationship Type="http://schemas.openxmlformats.org/officeDocument/2006/relationships/officeDocument" Target="/ppt/presentation.xml" Id="R3fe44e66e53d43df" /></Relationships>
</file>

<file path=ppt/presentation.xml><?xml version="1.0" encoding="utf-8"?>
<p:presentation xmlns:p="http://schemas.openxmlformats.org/presentationml/2006/main">
  <p:sldMasterIdLst>
    <p:sldMasterId xmlns:r="http://schemas.openxmlformats.org/officeDocument/2006/relationships" id="2147483648" r:id="R0ce4cd37e29d4629"/>
  </p:sldMasterIdLst>
  <p:notesMasterIdLst>
    <p:notesMasterId xmlns:r="http://schemas.openxmlformats.org/officeDocument/2006/relationships" r:id="Re7e409161d49435e"/>
  </p:notesMasterIdLst>
  <p:sldIdLst>
    <p:sldId xmlns:r="http://schemas.openxmlformats.org/officeDocument/2006/relationships" id="256" r:id="R715f97f61cb5468e"/>
    <p:sldId xmlns:r="http://schemas.openxmlformats.org/officeDocument/2006/relationships" id="257" r:id="R5f1d9eeedc3e411d"/>
    <p:sldId xmlns:r="http://schemas.openxmlformats.org/officeDocument/2006/relationships" id="258" r:id="Rde69fe87c38e4800"/>
    <p:sldId xmlns:r="http://schemas.openxmlformats.org/officeDocument/2006/relationships" id="259" r:id="Rf30c7a38261f4e0f"/>
    <p:sldId xmlns:r="http://schemas.openxmlformats.org/officeDocument/2006/relationships" id="260" r:id="Rfadec90f186446a3"/>
    <p:sldId xmlns:r="http://schemas.openxmlformats.org/officeDocument/2006/relationships" id="261" r:id="Rb6de74dcd299483a"/>
    <p:sldId xmlns:r="http://schemas.openxmlformats.org/officeDocument/2006/relationships" id="262" r:id="R747325c2f3a5448f"/>
    <p:sldId xmlns:r="http://schemas.openxmlformats.org/officeDocument/2006/relationships" id="263" r:id="R226262971cc546e0"/>
    <p:sldId xmlns:r="http://schemas.openxmlformats.org/officeDocument/2006/relationships" id="264" r:id="R0b59734a6eb54b0a"/>
    <p:sldId xmlns:r="http://schemas.openxmlformats.org/officeDocument/2006/relationships" id="265" r:id="R3929c0cb0eef44b4"/>
    <p:sldId xmlns:r="http://schemas.openxmlformats.org/officeDocument/2006/relationships" id="266" r:id="R034c099c79424d19"/>
    <p:sldId xmlns:r="http://schemas.openxmlformats.org/officeDocument/2006/relationships" id="267" r:id="Rb2bae112191f4f06"/>
    <p:sldId xmlns:r="http://schemas.openxmlformats.org/officeDocument/2006/relationships" id="268" r:id="R153c7af221964451"/>
    <p:sldId xmlns:r="http://schemas.openxmlformats.org/officeDocument/2006/relationships" id="269" r:id="Rf8aa2ff4cb254b9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4cf903901a446d1" /><Relationship Type="http://schemas.openxmlformats.org/officeDocument/2006/relationships/slideMaster" Target="/ppt/slideMasters/slideMaster1.xml" Id="R0ce4cd37e29d4629" /><Relationship Type="http://schemas.openxmlformats.org/officeDocument/2006/relationships/notesMaster" Target="/ppt/notesMasters/notesMaster1.xml" Id="Re7e409161d49435e" /><Relationship Type="http://schemas.openxmlformats.org/officeDocument/2006/relationships/presProps" Target="/ppt/presProps.xml" Id="R7e7c8bb90e704f5d" /><Relationship Type="http://schemas.openxmlformats.org/officeDocument/2006/relationships/tableStyles" Target="/ppt/tableStyles.xml" Id="R4ea07a66804a4d4d" /><Relationship Type="http://schemas.openxmlformats.org/officeDocument/2006/relationships/slide" Target="/ppt/slides/slide1.xml" Id="R715f97f61cb5468e" /><Relationship Type="http://schemas.openxmlformats.org/officeDocument/2006/relationships/slide" Target="/ppt/slides/slide2.xml" Id="R5f1d9eeedc3e411d" /><Relationship Type="http://schemas.openxmlformats.org/officeDocument/2006/relationships/slide" Target="/ppt/slides/slide3.xml" Id="Rde69fe87c38e4800" /><Relationship Type="http://schemas.openxmlformats.org/officeDocument/2006/relationships/slide" Target="/ppt/slides/slide4.xml" Id="Rf30c7a38261f4e0f" /><Relationship Type="http://schemas.openxmlformats.org/officeDocument/2006/relationships/slide" Target="/ppt/slides/slide5.xml" Id="Rfadec90f186446a3" /><Relationship Type="http://schemas.openxmlformats.org/officeDocument/2006/relationships/slide" Target="/ppt/slides/slide6.xml" Id="Rb6de74dcd299483a" /><Relationship Type="http://schemas.openxmlformats.org/officeDocument/2006/relationships/slide" Target="/ppt/slides/slide7.xml" Id="R747325c2f3a5448f" /><Relationship Type="http://schemas.openxmlformats.org/officeDocument/2006/relationships/slide" Target="/ppt/slides/slide8.xml" Id="R226262971cc546e0" /><Relationship Type="http://schemas.openxmlformats.org/officeDocument/2006/relationships/slide" Target="/ppt/slides/slide9.xml" Id="R0b59734a6eb54b0a" /><Relationship Type="http://schemas.openxmlformats.org/officeDocument/2006/relationships/slide" Target="/ppt/slides/slide10.xml" Id="R3929c0cb0eef44b4" /><Relationship Type="http://schemas.openxmlformats.org/officeDocument/2006/relationships/slide" Target="/ppt/slides/slide11.xml" Id="R034c099c79424d19" /><Relationship Type="http://schemas.openxmlformats.org/officeDocument/2006/relationships/slide" Target="/ppt/slides/slide12.xml" Id="Rb2bae112191f4f06" /><Relationship Type="http://schemas.openxmlformats.org/officeDocument/2006/relationships/slide" Target="/ppt/slides/slide13.xml" Id="R153c7af221964451" /><Relationship Type="http://schemas.openxmlformats.org/officeDocument/2006/relationships/slide" Target="/ppt/slides/slide14.xml" Id="Rf8aa2ff4cb254b9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8483fd75b10425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092bf6781d544d6" /><Relationship Type="http://schemas.openxmlformats.org/officeDocument/2006/relationships/notesMaster" Target="/ppt/notesMasters/notesMaster1.xml" Id="R4a7328f8a8024ea8" /></Relationships>
</file>

<file path=ppt/notesSlides/_rels/notesSlide2.xml.rels>&#65279;<?xml version="1.0" encoding="utf-8"?><Relationships xmlns="http://schemas.openxmlformats.org/package/2006/relationships"><Relationship Type="http://schemas.openxmlformats.org/officeDocument/2006/relationships/slide" Target="/ppt/slides/slide2.xml" Id="R36deca013dcf4eca" /><Relationship Type="http://schemas.openxmlformats.org/officeDocument/2006/relationships/notesMaster" Target="/ppt/notesMasters/notesMaster1.xml" Id="R5226df9571864990" /></Relationships>
</file>

<file path=ppt/notesSlides/_rels/notesSlide3.xml.rels>&#65279;<?xml version="1.0" encoding="utf-8"?><Relationships xmlns="http://schemas.openxmlformats.org/package/2006/relationships"><Relationship Type="http://schemas.openxmlformats.org/officeDocument/2006/relationships/slide" Target="/ppt/slides/slide3.xml" Id="R30ac51a328bc44cb" /><Relationship Type="http://schemas.openxmlformats.org/officeDocument/2006/relationships/notesMaster" Target="/ppt/notesMasters/notesMaster1.xml" Id="Rdfe5b6622b574e7b" /></Relationships>
</file>

<file path=ppt/notesSlides/_rels/notesSlide4.xml.rels>&#65279;<?xml version="1.0" encoding="utf-8"?><Relationships xmlns="http://schemas.openxmlformats.org/package/2006/relationships"><Relationship Type="http://schemas.openxmlformats.org/officeDocument/2006/relationships/slide" Target="/ppt/slides/slide4.xml" Id="R8aa385c9571445d3" /><Relationship Type="http://schemas.openxmlformats.org/officeDocument/2006/relationships/notesMaster" Target="/ppt/notesMasters/notesMaster1.xml" Id="R908b24d1bf1e493b" /></Relationships>
</file>

<file path=ppt/notesSlides/_rels/notesSlide5.xml.rels>&#65279;<?xml version="1.0" encoding="utf-8"?><Relationships xmlns="http://schemas.openxmlformats.org/package/2006/relationships"><Relationship Type="http://schemas.openxmlformats.org/officeDocument/2006/relationships/slide" Target="/ppt/slides/slide5.xml" Id="R01f86e725880443a" /><Relationship Type="http://schemas.openxmlformats.org/officeDocument/2006/relationships/notesMaster" Target="/ppt/notesMasters/notesMaster1.xml" Id="R1069a63500814164" /></Relationships>
</file>

<file path=ppt/notesSlides/_rels/notesSlide6.xml.rels>&#65279;<?xml version="1.0" encoding="utf-8"?><Relationships xmlns="http://schemas.openxmlformats.org/package/2006/relationships"><Relationship Type="http://schemas.openxmlformats.org/officeDocument/2006/relationships/slide" Target="/ppt/slides/slide6.xml" Id="R217f6cf40edd46e6" /><Relationship Type="http://schemas.openxmlformats.org/officeDocument/2006/relationships/notesMaster" Target="/ppt/notesMasters/notesMaster1.xml" Id="Re53c3dfd2f894a14" /></Relationships>
</file>

<file path=ppt/notesSlides/_rels/notesSlide7.xml.rels>&#65279;<?xml version="1.0" encoding="utf-8"?><Relationships xmlns="http://schemas.openxmlformats.org/package/2006/relationships"><Relationship Type="http://schemas.openxmlformats.org/officeDocument/2006/relationships/slide" Target="/ppt/slides/slide7.xml" Id="Rc712b64346454ed4" /><Relationship Type="http://schemas.openxmlformats.org/officeDocument/2006/relationships/notesMaster" Target="/ppt/notesMasters/notesMaster1.xml" Id="R29a1e3b7da884fc1" /></Relationships>
</file>

<file path=ppt/notesSlides/_rels/notesSlide8.xml.rels>&#65279;<?xml version="1.0" encoding="utf-8"?><Relationships xmlns="http://schemas.openxmlformats.org/package/2006/relationships"><Relationship Type="http://schemas.openxmlformats.org/officeDocument/2006/relationships/slide" Target="/ppt/slides/slide8.xml" Id="Ra8de3c5974fa4f6d" /><Relationship Type="http://schemas.openxmlformats.org/officeDocument/2006/relationships/notesMaster" Target="/ppt/notesMasters/notesMaster1.xml" Id="R40dd0fa405284d20" /></Relationships>
</file>

<file path=ppt/notesSlides/_rels/notesSlide9.xml.rels>&#65279;<?xml version="1.0" encoding="utf-8"?><Relationships xmlns="http://schemas.openxmlformats.org/package/2006/relationships"><Relationship Type="http://schemas.openxmlformats.org/officeDocument/2006/relationships/slide" Target="/ppt/slides/slide9.xml" Id="R35c19b95ba3b4f16" /><Relationship Type="http://schemas.openxmlformats.org/officeDocument/2006/relationships/notesMaster" Target="/ppt/notesMasters/notesMaster1.xml" Id="R04d2040b16ec41e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469caf95c3d48b5" /><Relationship Type="http://schemas.openxmlformats.org/officeDocument/2006/relationships/notesMaster" Target="/ppt/notesMasters/notesMaster1.xml" Id="R0463bfe1dae1471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1da392299074475" /><Relationship Type="http://schemas.openxmlformats.org/officeDocument/2006/relationships/notesMaster" Target="/ppt/notesMasters/notesMaster1.xml" Id="R66726c4661f0469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73ca27dad6a4e6e" /><Relationship Type="http://schemas.openxmlformats.org/officeDocument/2006/relationships/notesMaster" Target="/ppt/notesMasters/notesMaster1.xml" Id="R1a2b342e4838412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28f95a233d14a98" /><Relationship Type="http://schemas.openxmlformats.org/officeDocument/2006/relationships/notesMaster" Target="/ppt/notesMasters/notesMaster1.xml" Id="R186ace7d2b0a487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374c4c1dbd3430e" /><Relationship Type="http://schemas.openxmlformats.org/officeDocument/2006/relationships/notesMaster" Target="/ppt/notesMasters/notesMaster1.xml" Id="R94afc2331e9546a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detailed candidate brief defines the requirements. No prior asbestos knowledge is required. All case data and prices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Background definition: https://www.osha.gov/asbestos . Survey context: https://www.hse.gov.uk/asbestos/duty/arrange-asbestos-survey.htm . Examples and labels follow the fictional exercise fixtures. No candidate asbestos qualification or regulatory interpretation is required.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only the supplied interpretation rules. Percentages are not automatic risk rankings. No legal threshold or clearance conclusion is required.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employee field notes are a manual entry fixture. Their automatic extraction is optional. The three laboratory PDFs require actual AI 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PDF must come from the same accepted Word report revision. A full in-browser Word editor is outside scope.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Selectable-text PDFs are supplied. PDF text extraction before the AI call is acceptable. OCR of scans is outside scope. Demonstrate actual model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disclosed acceptance cases from the supplied fictional data. Sample records and measured material zones are different entities.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exercise categories, not regulatory classifications. AI drafts the wording from accepted observations and results. The employee reviews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Only confirmed detected zones with known quantities and compatible rates enter the exercise costing scenario. This scenario does not prescribe removal. Use code for arithmetic.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Validate that locations, source references, quantities and totals agree in both exports. Report conversion failures clearly. Full Word editing in the browser is unnecessary.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floorplan_basement.pdf, floorplan_ground.pdf and optional_sample_positions.pdf. Plans are illustrative and not to scale. CADCraft is a longer-term research option.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prototype estimate, not a guarantee of how long every candidate will take. AI coding assistants are allowed. ORTAM provides the deadline and access details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Submit source code, setup instructions, preview demo, matching Word and PDF files, and actual time, AI use, checks and limitations. Mapping adds up to 10 separately recorded bonus points. It cannot replace core accuracy.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detailed brief is the requirements authority. Optional implementation guidance provides public references and does not require private ORTAM repository access. No production deployment is required.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3fb5e2ee0e242a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185301d78b649e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807122d5835453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e0dafe96e7d40d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39dd686a48446e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6dbe57268144a8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E56953A-767A-4F9E-B48F-68A703C2A14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5050B2D-EA13-4F10-BAC7-FEAAE04B8DE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9D0BF5E-462D-4DBB-A29A-8E58B7C180D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A60BA3B-6AB2-40E3-AEFE-F82B172D797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41D3522-8FEE-44ED-9DDF-532BE691312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E34F87B-A5CB-4A83-8221-CE7CD3763BA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E7273E4-AC41-4B99-AE1A-6362B9B9CEB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87F7456-0421-4500-92E6-3A6C925A5DC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9A15146-CE0B-4227-BEA9-FA9F73250F0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6C88F47-D55F-4ADE-97C2-21110997AF1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7dc63771e6e4524" /><Relationship Type="http://schemas.openxmlformats.org/officeDocument/2006/relationships/slideLayout" Target="/ppt/slideLayouts/slideLayout1.xml" Id="Rff5cd100ad8e4214" /><Relationship Type="http://schemas.openxmlformats.org/officeDocument/2006/relationships/slideLayout" Target="/ppt/slideLayouts/slideLayout2.xml" Id="R03b5a80f09724e23" /><Relationship Type="http://schemas.openxmlformats.org/officeDocument/2006/relationships/slideLayout" Target="/ppt/slideLayouts/slideLayout3.xml" Id="R91d18dbe5d534819" /><Relationship Type="http://schemas.openxmlformats.org/officeDocument/2006/relationships/slideLayout" Target="/ppt/slideLayouts/slideLayout4.xml" Id="R086fc584ba594be8" /><Relationship Type="http://schemas.openxmlformats.org/officeDocument/2006/relationships/slideLayout" Target="/ppt/slideLayouts/slideLayout5.xml" Id="R16d7929f1ec548d7" /><Relationship Type="http://schemas.openxmlformats.org/officeDocument/2006/relationships/slideLayout" Target="/ppt/slideLayouts/slideLayout6.xml" Id="R4cbc0884b452472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f5cd100ad8e4214"/>
    <p:sldLayoutId xmlns:r="http://schemas.openxmlformats.org/officeDocument/2006/relationships" id="2147483650" r:id="R03b5a80f09724e23"/>
    <p:sldLayoutId xmlns:r="http://schemas.openxmlformats.org/officeDocument/2006/relationships" id="2147483651" r:id="R91d18dbe5d534819"/>
    <p:sldLayoutId xmlns:r="http://schemas.openxmlformats.org/officeDocument/2006/relationships" id="2147483652" r:id="R086fc584ba594be8"/>
    <p:sldLayoutId xmlns:r="http://schemas.openxmlformats.org/officeDocument/2006/relationships" id="2147483653" r:id="R16d7929f1ec548d7"/>
    <p:sldLayoutId xmlns:r="http://schemas.openxmlformats.org/officeDocument/2006/relationships" id="2147483654" r:id="R4cbc0884b452472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c6aa740ce7b48ed" /><Relationship Type="http://schemas.openxmlformats.org/officeDocument/2006/relationships/notesSlide" Target="/ppt/notesSlides/notesSlide1.xml" Id="R167ba16dd1e44d0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9418d6b7e7e4f21" /><Relationship Type="http://schemas.openxmlformats.org/officeDocument/2006/relationships/notesSlide" Target="/ppt/notesSlides/notesSlide2.xml" Id="R788cc5df978f4f3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e671262f40142d9" /><Relationship Type="http://schemas.openxmlformats.org/officeDocument/2006/relationships/notesSlide" Target="/ppt/notesSlides/notesSlide3.xml" Id="Rbab37b27507243a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183f035eaed04ded" /><Relationship Type="http://schemas.openxmlformats.org/officeDocument/2006/relationships/notesSlide" Target="/ppt/notesSlides/notesSlide4.xml" Id="Re1c69f15fa584c8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baddb5a6f984cd3" /><Relationship Type="http://schemas.openxmlformats.org/officeDocument/2006/relationships/notesSlide" Target="/ppt/notesSlides/notesSlide5.xml" Id="Rb6d16e66ec6e4b5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8b8ca746aca540c9" /><Relationship Type="http://schemas.openxmlformats.org/officeDocument/2006/relationships/notesSlide" Target="/ppt/notesSlides/notesSlide6.xml" Id="Rc27c49c5473a4d2a"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03787dcc31ca4dda" /><Relationship Type="http://schemas.openxmlformats.org/officeDocument/2006/relationships/notesSlide" Target="/ppt/notesSlides/notesSlide7.xml" Id="R98e688a405f64b35"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2cf2c91d1b9740f3" /><Relationship Type="http://schemas.openxmlformats.org/officeDocument/2006/relationships/notesSlide" Target="/ppt/notesSlides/notesSlide8.xml" Id="Ra805a5ad1dfe4387"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6ee84c94a536446a" /><Relationship Type="http://schemas.openxmlformats.org/officeDocument/2006/relationships/notesSlide" Target="/ppt/notesSlides/notesSlide9.xml" Id="R05494de3812a40f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71a2a14e30524662" /><Relationship Type="http://schemas.openxmlformats.org/officeDocument/2006/relationships/notesSlide" Target="/ppt/notesSlides/notesSlide10.xml" Id="R8e96ef2291b945e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6e57f3f537f244ab" /><Relationship Type="http://schemas.openxmlformats.org/officeDocument/2006/relationships/notesSlide" Target="/ppt/notesSlides/notesSlide11.xml" Id="Reb25470f056548d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a24bd226d1b84957" /><Relationship Type="http://schemas.openxmlformats.org/officeDocument/2006/relationships/notesSlide" Target="/ppt/notesSlides/notesSlide12.xml" Id="R608be77d7db0480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ccd3ba946e9e4a66" /><Relationship Type="http://schemas.openxmlformats.org/officeDocument/2006/relationships/notesSlide" Target="/ppt/notesSlides/notesSlide13.xml" Id="R0800342143884be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19b233feab794fd1" /><Relationship Type="http://schemas.openxmlformats.org/officeDocument/2006/relationships/notesSlide" Target="/ppt/notesSlides/notesSlide14.xml" Id="R59f583b579f54918"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F5213FE-61C3-4438-BABF-C594BEA41291}"/>
              </a:ext>
            </a:extLst>
          </p:cNvPr>
          <p:cNvSpPr>
            <a:spLocks xmlns:a="http://schemas.openxmlformats.org/drawingml/2006/main" noGrp="1"/>
          </p:cNvSpPr>
          <p:nvPr/>
        </p:nvSpPr>
        <p:spPr>
          <a:xfrm xmlns:a="http://schemas.openxmlformats.org/drawingml/2006/main">
            <a:off x="685800" y="6858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4500" b="1">
                <a:solidFill>
                  <a:srgbClr val="142C3D"/>
                </a:solidFill>
                <a:latin typeface="Arial"/>
                <a:ea typeface="Arial"/>
                <a:cs typeface="Arial"/>
              </a:defRPr>
            </a:defPPr>
          </a:lstStyle>
          <a:p xmlns:a="http://schemas.openxmlformats.org/drawingml/2006/main">
            <a:pPr>
              <a:defRPr sz="4500" b="1">
                <a:solidFill>
                  <a:srgbClr val="142C3D"/>
                </a:solidFill>
                <a:latin typeface="Arial"/>
                <a:ea typeface="Arial"/>
                <a:cs typeface="Arial"/>
              </a:defRPr>
            </a:pPr>
            <a:r>
              <a:rPr sz="4500" b="1">
                <a:solidFill>
                  <a:srgbClr val="142C3D"/>
                </a:solidFill>
                <a:latin typeface="Arial"/>
                <a:ea typeface="Arial"/>
                <a:cs typeface="Arial"/>
              </a:rPr>
              <a:t>ORTAM developer exercise</a:t>
            </a:r>
          </a:p>
        </p:txBody>
      </p:sp>
      <p:sp>
        <p:nvSpPr>
          <p:cNvPr id="2" name="">
            <a:extLst xmlns:a="http://schemas.openxmlformats.org/drawingml/2006/main">
              <a:ext uri="{FF2B5EF4-FFF2-40B4-BE49-F238E27FC236}">
                <a16:creationId xmlns:a16="http://schemas.microsoft.com/office/drawing/2014/main" id="{4E2694DD-5A63-43FB-ADEF-445C061780E2}"/>
              </a:ext>
            </a:extLst>
          </p:cNvPr>
          <p:cNvSpPr>
            <a:spLocks xmlns:a="http://schemas.openxmlformats.org/drawingml/2006/main" noGrp="1"/>
          </p:cNvSpPr>
          <p:nvPr/>
        </p:nvSpPr>
        <p:spPr>
          <a:xfrm xmlns:a="http://schemas.openxmlformats.org/drawingml/2006/main">
            <a:off x="685800" y="1647825"/>
            <a:ext cx="10820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550" b="0">
                <a:solidFill>
                  <a:srgbClr val="285D75"/>
                </a:solidFill>
                <a:latin typeface="Arial"/>
                <a:ea typeface="Arial"/>
                <a:cs typeface="Arial"/>
              </a:defRPr>
            </a:defPPr>
          </a:lstStyle>
          <a:p xmlns:a="http://schemas.openxmlformats.org/drawingml/2006/main">
            <a:pPr>
              <a:defRPr sz="2550" b="0">
                <a:solidFill>
                  <a:srgbClr val="285D75"/>
                </a:solidFill>
                <a:latin typeface="Arial"/>
                <a:ea typeface="Arial"/>
                <a:cs typeface="Arial"/>
              </a:defRPr>
            </a:pPr>
            <a:r>
              <a:rPr sz="2550" b="0">
                <a:solidFill>
                  <a:srgbClr val="285D75"/>
                </a:solidFill>
                <a:latin typeface="Arial"/>
                <a:ea typeface="Arial"/>
                <a:cs typeface="Arial"/>
              </a:rPr>
              <a:t>Asbestos report application</a:t>
            </a:r>
          </a:p>
        </p:txBody>
      </p:sp>
      <p:sp>
        <p:nvSpPr>
          <p:cNvPr id="3" name="">
            <a:extLst xmlns:a="http://schemas.openxmlformats.org/drawingml/2006/main">
              <a:ext uri="{FF2B5EF4-FFF2-40B4-BE49-F238E27FC236}">
                <a16:creationId xmlns:a16="http://schemas.microsoft.com/office/drawing/2014/main" id="{3D333972-64F5-465C-9042-4E9102EE323B}"/>
              </a:ext>
            </a:extLst>
          </p:cNvPr>
          <p:cNvSpPr>
            <a:spLocks xmlns:a="http://schemas.openxmlformats.org/drawingml/2006/main" noGrp="1"/>
          </p:cNvSpPr>
          <p:nvPr/>
        </p:nvSpPr>
        <p:spPr>
          <a:xfrm xmlns:a="http://schemas.openxmlformats.org/drawingml/2006/main">
            <a:off x="685800" y="2857500"/>
            <a:ext cx="2857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1">
                <a:solidFill>
                  <a:srgbClr val="285D75"/>
                </a:solidFill>
                <a:latin typeface="Arial"/>
                <a:ea typeface="Arial"/>
                <a:cs typeface="Arial"/>
              </a:defRPr>
            </a:defPPr>
          </a:lstStyle>
          <a:p xmlns:a="http://schemas.openxmlformats.org/drawingml/2006/main">
            <a:pPr>
              <a:defRPr sz="1950" b="1">
                <a:solidFill>
                  <a:srgbClr val="285D75"/>
                </a:solidFill>
                <a:latin typeface="Arial"/>
                <a:ea typeface="Arial"/>
                <a:cs typeface="Arial"/>
              </a:defRPr>
            </a:pPr>
            <a:r>
              <a:rPr sz="1950" b="1">
                <a:solidFill>
                  <a:srgbClr val="285D75"/>
                </a:solidFill>
                <a:latin typeface="Arial"/>
                <a:ea typeface="Arial"/>
                <a:cs typeface="Arial"/>
              </a:rPr>
              <a:t>Goal</a:t>
            </a:r>
          </a:p>
        </p:txBody>
      </p:sp>
      <p:sp>
        <p:nvSpPr>
          <p:cNvPr id="4" name="">
            <a:extLst xmlns:a="http://schemas.openxmlformats.org/drawingml/2006/main">
              <a:ext uri="{FF2B5EF4-FFF2-40B4-BE49-F238E27FC236}">
                <a16:creationId xmlns:a16="http://schemas.microsoft.com/office/drawing/2014/main" id="{046F7AC1-E06E-461E-AAF8-DA76FF4212C1}"/>
              </a:ext>
            </a:extLst>
          </p:cNvPr>
          <p:cNvSpPr>
            <a:spLocks xmlns:a="http://schemas.openxmlformats.org/drawingml/2006/main" noGrp="1"/>
          </p:cNvSpPr>
          <p:nvPr/>
        </p:nvSpPr>
        <p:spPr>
          <a:xfrm xmlns:a="http://schemas.openxmlformats.org/drawingml/2006/main">
            <a:off x="3905250" y="2857500"/>
            <a:ext cx="7524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025" b="0">
                <a:solidFill>
                  <a:srgbClr val="1E3040"/>
                </a:solidFill>
                <a:latin typeface="Arial"/>
                <a:ea typeface="Arial"/>
                <a:cs typeface="Arial"/>
              </a:defRPr>
            </a:defPPr>
          </a:lstStyle>
          <a:p xmlns:a="http://schemas.openxmlformats.org/drawingml/2006/main">
            <a:pPr>
              <a:defRPr sz="2025" b="0">
                <a:solidFill>
                  <a:srgbClr val="1E3040"/>
                </a:solidFill>
                <a:latin typeface="Arial"/>
                <a:ea typeface="Arial"/>
                <a:cs typeface="Arial"/>
              </a:defRPr>
            </a:pPr>
            <a:r>
              <a:rPr sz="2025" b="0">
                <a:solidFill>
                  <a:srgbClr val="1E3040"/>
                </a:solidFill>
                <a:latin typeface="Arial"/>
                <a:ea typeface="Arial"/>
                <a:cs typeface="Arial"/>
              </a:rPr>
              <a:t>An employee enters site information, reviews AI findings and downloads a report.</a:t>
            </a:r>
          </a:p>
        </p:txBody>
      </p:sp>
      <p:sp>
        <p:nvSpPr>
          <p:cNvPr id="5" name="">
            <a:extLst xmlns:a="http://schemas.openxmlformats.org/drawingml/2006/main">
              <a:ext uri="{FF2B5EF4-FFF2-40B4-BE49-F238E27FC236}">
                <a16:creationId xmlns:a16="http://schemas.microsoft.com/office/drawing/2014/main" id="{312B7CBC-34F1-443B-B1A9-535F9784A8A7}"/>
              </a:ext>
            </a:extLst>
          </p:cNvPr>
          <p:cNvSpPr>
            <a:spLocks xmlns:a="http://schemas.openxmlformats.org/drawingml/2006/main" noGrp="1"/>
          </p:cNvSpPr>
          <p:nvPr/>
        </p:nvSpPr>
        <p:spPr>
          <a:xfrm xmlns:a="http://schemas.openxmlformats.org/drawingml/2006/main">
            <a:off x="685800" y="3857625"/>
            <a:ext cx="2857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1">
                <a:solidFill>
                  <a:srgbClr val="285D75"/>
                </a:solidFill>
                <a:latin typeface="Arial"/>
                <a:ea typeface="Arial"/>
                <a:cs typeface="Arial"/>
              </a:defRPr>
            </a:defPPr>
          </a:lstStyle>
          <a:p xmlns:a="http://schemas.openxmlformats.org/drawingml/2006/main">
            <a:pPr>
              <a:defRPr sz="1950" b="1">
                <a:solidFill>
                  <a:srgbClr val="285D75"/>
                </a:solidFill>
                <a:latin typeface="Arial"/>
                <a:ea typeface="Arial"/>
                <a:cs typeface="Arial"/>
              </a:defRPr>
            </a:pPr>
            <a:r>
              <a:rPr sz="1950" b="1">
                <a:solidFill>
                  <a:srgbClr val="285D75"/>
                </a:solidFill>
                <a:latin typeface="Arial"/>
                <a:ea typeface="Arial"/>
                <a:cs typeface="Arial"/>
              </a:rPr>
              <a:t>Core</a:t>
            </a:r>
          </a:p>
        </p:txBody>
      </p:sp>
      <p:sp>
        <p:nvSpPr>
          <p:cNvPr id="6" name="">
            <a:extLst xmlns:a="http://schemas.openxmlformats.org/drawingml/2006/main">
              <a:ext uri="{FF2B5EF4-FFF2-40B4-BE49-F238E27FC236}">
                <a16:creationId xmlns:a16="http://schemas.microsoft.com/office/drawing/2014/main" id="{A052BD15-E654-49A7-8D74-B91E1D944610}"/>
              </a:ext>
            </a:extLst>
          </p:cNvPr>
          <p:cNvSpPr>
            <a:spLocks xmlns:a="http://schemas.openxmlformats.org/drawingml/2006/main" noGrp="1"/>
          </p:cNvSpPr>
          <p:nvPr/>
        </p:nvSpPr>
        <p:spPr>
          <a:xfrm xmlns:a="http://schemas.openxmlformats.org/drawingml/2006/main">
            <a:off x="3905250" y="3857625"/>
            <a:ext cx="7524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025" b="0">
                <a:solidFill>
                  <a:srgbClr val="1E3040"/>
                </a:solidFill>
                <a:latin typeface="Arial"/>
                <a:ea typeface="Arial"/>
                <a:cs typeface="Arial"/>
              </a:defRPr>
            </a:defPPr>
          </a:lstStyle>
          <a:p xmlns:a="http://schemas.openxmlformats.org/drawingml/2006/main">
            <a:pPr>
              <a:defRPr sz="2025" b="0">
                <a:solidFill>
                  <a:srgbClr val="1E3040"/>
                </a:solidFill>
                <a:latin typeface="Arial"/>
                <a:ea typeface="Arial"/>
                <a:cs typeface="Arial"/>
              </a:defRPr>
            </a:pPr>
            <a:r>
              <a:rPr sz="2025" b="0">
                <a:solidFill>
                  <a:srgbClr val="1E3040"/>
                </a:solidFill>
                <a:latin typeface="Arial"/>
                <a:ea typeface="Arial"/>
                <a:cs typeface="Arial"/>
              </a:rPr>
              <a:t>A working prototype over two working days, up to 16 focused hours.</a:t>
            </a:r>
          </a:p>
        </p:txBody>
      </p:sp>
      <p:sp>
        <p:nvSpPr>
          <p:cNvPr id="7" name="">
            <a:extLst xmlns:a="http://schemas.openxmlformats.org/drawingml/2006/main">
              <a:ext uri="{FF2B5EF4-FFF2-40B4-BE49-F238E27FC236}">
                <a16:creationId xmlns:a16="http://schemas.microsoft.com/office/drawing/2014/main" id="{0BD1B696-5815-450D-9202-C0F1D4A6EB83}"/>
              </a:ext>
            </a:extLst>
          </p:cNvPr>
          <p:cNvSpPr>
            <a:spLocks xmlns:a="http://schemas.openxmlformats.org/drawingml/2006/main" noGrp="1"/>
          </p:cNvSpPr>
          <p:nvPr/>
        </p:nvSpPr>
        <p:spPr>
          <a:xfrm xmlns:a="http://schemas.openxmlformats.org/drawingml/2006/main">
            <a:off x="685800" y="4857750"/>
            <a:ext cx="2857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1">
                <a:solidFill>
                  <a:srgbClr val="285D75"/>
                </a:solidFill>
                <a:latin typeface="Arial"/>
                <a:ea typeface="Arial"/>
                <a:cs typeface="Arial"/>
              </a:defRPr>
            </a:defPPr>
          </a:lstStyle>
          <a:p xmlns:a="http://schemas.openxmlformats.org/drawingml/2006/main">
            <a:pPr>
              <a:defRPr sz="1950" b="1">
                <a:solidFill>
                  <a:srgbClr val="285D75"/>
                </a:solidFill>
                <a:latin typeface="Arial"/>
                <a:ea typeface="Arial"/>
                <a:cs typeface="Arial"/>
              </a:defRPr>
            </a:pPr>
            <a:r>
              <a:rPr sz="1950" b="1">
                <a:solidFill>
                  <a:srgbClr val="285D75"/>
                </a:solidFill>
                <a:latin typeface="Arial"/>
                <a:ea typeface="Arial"/>
                <a:cs typeface="Arial"/>
              </a:rPr>
              <a:t>Bonus</a:t>
            </a:r>
          </a:p>
        </p:txBody>
      </p:sp>
      <p:sp>
        <p:nvSpPr>
          <p:cNvPr id="8" name="">
            <a:extLst xmlns:a="http://schemas.openxmlformats.org/drawingml/2006/main">
              <a:ext uri="{FF2B5EF4-FFF2-40B4-BE49-F238E27FC236}">
                <a16:creationId xmlns:a16="http://schemas.microsoft.com/office/drawing/2014/main" id="{D8FE179A-62D6-4D98-9046-58F6E9E49AC4}"/>
              </a:ext>
            </a:extLst>
          </p:cNvPr>
          <p:cNvSpPr>
            <a:spLocks xmlns:a="http://schemas.openxmlformats.org/drawingml/2006/main" noGrp="1"/>
          </p:cNvSpPr>
          <p:nvPr/>
        </p:nvSpPr>
        <p:spPr>
          <a:xfrm xmlns:a="http://schemas.openxmlformats.org/drawingml/2006/main">
            <a:off x="3905250" y="4857750"/>
            <a:ext cx="7524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025" b="0">
                <a:solidFill>
                  <a:srgbClr val="1E3040"/>
                </a:solidFill>
                <a:latin typeface="Arial"/>
                <a:ea typeface="Arial"/>
                <a:cs typeface="Arial"/>
              </a:defRPr>
            </a:defPPr>
          </a:lstStyle>
          <a:p xmlns:a="http://schemas.openxmlformats.org/drawingml/2006/main">
            <a:pPr>
              <a:defRPr sz="2025" b="0">
                <a:solidFill>
                  <a:srgbClr val="1E3040"/>
                </a:solidFill>
                <a:latin typeface="Arial"/>
                <a:ea typeface="Arial"/>
                <a:cs typeface="Arial"/>
              </a:defRPr>
            </a:pPr>
            <a:r>
              <a:rPr sz="2025" b="0">
                <a:solidFill>
                  <a:srgbClr val="1E3040"/>
                </a:solidFill>
                <a:latin typeface="Arial"/>
                <a:ea typeface="Arial"/>
                <a:cs typeface="Arial"/>
              </a:rPr>
              <a:t>PDF floor plan mapping, with separate optional time.</a:t>
            </a:r>
          </a:p>
        </p:txBody>
      </p:sp>
      <p:sp>
        <p:nvSpPr>
          <p:cNvPr id="9" name="">
            <a:extLst xmlns:a="http://schemas.openxmlformats.org/drawingml/2006/main">
              <a:ext uri="{FF2B5EF4-FFF2-40B4-BE49-F238E27FC236}">
                <a16:creationId xmlns:a16="http://schemas.microsoft.com/office/drawing/2014/main" id="{E25D7FFE-F8CD-4E06-96F9-BA1CDC9197B9}"/>
              </a:ext>
            </a:extLst>
          </p:cNvPr>
          <p:cNvSpPr>
            <a:spLocks xmlns:a="http://schemas.openxmlformats.org/drawingml/2006/main" noGrp="1"/>
          </p:cNvSpPr>
          <p:nvPr/>
        </p:nvSpPr>
        <p:spPr>
          <a:xfrm xmlns:a="http://schemas.openxmlformats.org/drawingml/2006/main">
            <a:off x="685800" y="6419850"/>
            <a:ext cx="1028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125" b="0">
                <a:solidFill>
                  <a:srgbClr val="657784"/>
                </a:solidFill>
                <a:latin typeface="Arial"/>
                <a:ea typeface="Arial"/>
                <a:cs typeface="Arial"/>
              </a:defRPr>
            </a:defPPr>
          </a:lstStyle>
          <a:p xmlns:a="http://schemas.openxmlformats.org/drawingml/2006/main">
            <a:pPr>
              <a:defRPr sz="1125" b="0">
                <a:solidFill>
                  <a:srgbClr val="657784"/>
                </a:solidFill>
                <a:latin typeface="Arial"/>
                <a:ea typeface="Arial"/>
                <a:cs typeface="Arial"/>
              </a:defRPr>
            </a:pPr>
            <a:r>
              <a:rPr sz="1125" b="0">
                <a:solidFill>
                  <a:srgbClr val="657784"/>
                </a:solidFill>
                <a:latin typeface="Arial"/>
                <a:ea typeface="Arial"/>
                <a:cs typeface="Arial"/>
              </a:rPr>
              <a:t>Fictional exercise. Detailed candidate brief defines the requirements.</a:t>
            </a:r>
          </a:p>
        </p:txBody>
      </p:sp>
      <p:sp>
        <p:nvSpPr>
          <p:cNvPr id="10" name="">
            <a:extLst xmlns:a="http://schemas.openxmlformats.org/drawingml/2006/main">
              <a:ext uri="{FF2B5EF4-FFF2-40B4-BE49-F238E27FC236}">
                <a16:creationId xmlns:a16="http://schemas.microsoft.com/office/drawing/2014/main" id="{FC57C517-A81E-4B62-886C-B55C9B18D30B}"/>
              </a:ext>
            </a:extLst>
          </p:cNvPr>
          <p:cNvSpPr>
            <a:spLocks xmlns:a="http://schemas.openxmlformats.org/drawingml/2006/main" noGrp="1"/>
          </p:cNvSpPr>
          <p:nvPr/>
        </p:nvSpPr>
        <p:spPr>
          <a:xfrm xmlns:a="http://schemas.openxmlformats.org/drawingml/2006/main">
            <a:off x="11334750" y="641985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125" b="0">
                <a:solidFill>
                  <a:srgbClr val="657784"/>
                </a:solidFill>
                <a:latin typeface="Arial"/>
                <a:ea typeface="Arial"/>
                <a:cs typeface="Arial"/>
              </a:defRPr>
            </a:defPPr>
          </a:lstStyle>
          <a:p xmlns:a="http://schemas.openxmlformats.org/drawingml/2006/main">
            <a:pPr>
              <a:defRPr sz="1125" b="0">
                <a:solidFill>
                  <a:srgbClr val="657784"/>
                </a:solidFill>
                <a:latin typeface="Arial"/>
                <a:ea typeface="Arial"/>
                <a:cs typeface="Arial"/>
              </a:defRPr>
            </a:pPr>
            <a:r>
              <a:rPr sz="1125" b="0">
                <a:solidFill>
                  <a:srgbClr val="657784"/>
                </a:solidFill>
                <a:latin typeface="Arial"/>
                <a:ea typeface="Arial"/>
                <a:cs typeface="Arial"/>
              </a:rPr>
              <a:t>1</a:t>
            </a:r>
          </a:p>
        </p:txBody>
      </p:sp>
    </p:spTree>
    <p:extLst>
      <p:ext uri="{BB962C8B-B14F-4D97-AF65-F5344CB8AC3E}">
        <p14:creationId xmlns:p14="http://schemas.microsoft.com/office/powerpoint/2010/main" val="52350490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752C560A-8FDE-4F43-917C-7B99AFC53BF8}"/>
              </a:ext>
            </a:extLst>
          </p:cNvPr>
          <p:cNvSpPr>
            <a:spLocks xmlns:a="http://schemas.openxmlformats.org/drawingml/2006/main" noGrp="1"/>
          </p:cNvSpPr>
          <p:nvPr/>
        </p:nvSpPr>
        <p:spPr>
          <a:xfrm xmlns:a="http://schemas.openxmlformats.org/drawingml/2006/main">
            <a:off x="685800" y="5715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450" b="1">
                <a:solidFill>
                  <a:srgbClr val="142C3D"/>
                </a:solidFill>
                <a:latin typeface="Arial"/>
                <a:ea typeface="Arial"/>
                <a:cs typeface="Arial"/>
              </a:defRPr>
            </a:defPPr>
          </a:lstStyle>
          <a:p xmlns:a="http://schemas.openxmlformats.org/drawingml/2006/main">
            <a:pPr>
              <a:defRPr sz="3450" b="1">
                <a:solidFill>
                  <a:srgbClr val="142C3D"/>
                </a:solidFill>
                <a:latin typeface="Arial"/>
                <a:ea typeface="Arial"/>
                <a:cs typeface="Arial"/>
              </a:defRPr>
            </a:pPr>
            <a:r>
              <a:rPr sz="3450" b="1">
                <a:solidFill>
                  <a:srgbClr val="142C3D"/>
                </a:solidFill>
                <a:latin typeface="Arial"/>
                <a:ea typeface="Arial"/>
                <a:cs typeface="Arial"/>
              </a:rPr>
              <a:t>Asbestos and sample records</a:t>
            </a:r>
          </a:p>
        </p:txBody>
      </p:sp>
      <p:sp>
        <p:nvSpPr>
          <p:cNvPr id="2" name="">
            <a:extLst xmlns:a="http://schemas.openxmlformats.org/drawingml/2006/main">
              <a:ext uri="{FF2B5EF4-FFF2-40B4-BE49-F238E27FC236}">
                <a16:creationId xmlns:a16="http://schemas.microsoft.com/office/drawing/2014/main" id="{65410455-E8A1-4B4C-AE56-982ABBB6FECE}"/>
              </a:ext>
            </a:extLst>
          </p:cNvPr>
          <p:cNvSpPr>
            <a:spLocks xmlns:a="http://schemas.openxmlformats.org/drawingml/2006/main" noGrp="1"/>
          </p:cNvSpPr>
          <p:nvPr/>
        </p:nvSpPr>
        <p:spPr>
          <a:xfrm xmlns:a="http://schemas.openxmlformats.org/drawingml/2006/main">
            <a:off x="685800" y="1828800"/>
            <a:ext cx="2857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1">
                <a:solidFill>
                  <a:srgbClr val="285D75"/>
                </a:solidFill>
                <a:latin typeface="Arial"/>
                <a:ea typeface="Arial"/>
                <a:cs typeface="Arial"/>
              </a:defRPr>
            </a:defPPr>
          </a:lstStyle>
          <a:p xmlns:a="http://schemas.openxmlformats.org/drawingml/2006/main">
            <a:pPr>
              <a:defRPr sz="1950" b="1">
                <a:solidFill>
                  <a:srgbClr val="285D75"/>
                </a:solidFill>
                <a:latin typeface="Arial"/>
                <a:ea typeface="Arial"/>
                <a:cs typeface="Arial"/>
              </a:defRPr>
            </a:pPr>
            <a:r>
              <a:rPr sz="1950" b="1">
                <a:solidFill>
                  <a:srgbClr val="285D75"/>
                </a:solidFill>
                <a:latin typeface="Arial"/>
                <a:ea typeface="Arial"/>
                <a:cs typeface="Arial"/>
              </a:rPr>
              <a:t>Asbestos</a:t>
            </a:r>
          </a:p>
        </p:txBody>
      </p:sp>
      <p:sp>
        <p:nvSpPr>
          <p:cNvPr id="3" name="">
            <a:extLst xmlns:a="http://schemas.openxmlformats.org/drawingml/2006/main">
              <a:ext uri="{FF2B5EF4-FFF2-40B4-BE49-F238E27FC236}">
                <a16:creationId xmlns:a16="http://schemas.microsoft.com/office/drawing/2014/main" id="{44592509-C9E3-4E0A-960F-FB0F3D63AE78}"/>
              </a:ext>
            </a:extLst>
          </p:cNvPr>
          <p:cNvSpPr>
            <a:spLocks xmlns:a="http://schemas.openxmlformats.org/drawingml/2006/main" noGrp="1"/>
          </p:cNvSpPr>
          <p:nvPr/>
        </p:nvSpPr>
        <p:spPr>
          <a:xfrm xmlns:a="http://schemas.openxmlformats.org/drawingml/2006/main">
            <a:off x="3905250" y="1828800"/>
            <a:ext cx="7524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75" b="0">
                <a:solidFill>
                  <a:srgbClr val="1E3040"/>
                </a:solidFill>
                <a:latin typeface="Arial"/>
                <a:ea typeface="Arial"/>
                <a:cs typeface="Arial"/>
              </a:defRPr>
            </a:defPPr>
          </a:lstStyle>
          <a:p xmlns:a="http://schemas.openxmlformats.org/drawingml/2006/main">
            <a:pPr>
              <a:defRPr sz="1875" b="0">
                <a:solidFill>
                  <a:srgbClr val="1E3040"/>
                </a:solidFill>
                <a:latin typeface="Arial"/>
                <a:ea typeface="Arial"/>
                <a:cs typeface="Arial"/>
              </a:defRPr>
            </a:pPr>
            <a:r>
              <a:rPr sz="1875" b="0">
                <a:solidFill>
                  <a:srgbClr val="1E3040"/>
                </a:solidFill>
                <a:latin typeface="Arial"/>
                <a:ea typeface="Arial"/>
                <a:cs typeface="Arial"/>
              </a:rPr>
              <a:t>Mineral fibres historically used in some building materials. This app records lab evidence.</a:t>
            </a:r>
          </a:p>
        </p:txBody>
      </p:sp>
      <p:sp>
        <p:nvSpPr>
          <p:cNvPr id="4" name="">
            <a:extLst xmlns:a="http://schemas.openxmlformats.org/drawingml/2006/main">
              <a:ext uri="{FF2B5EF4-FFF2-40B4-BE49-F238E27FC236}">
                <a16:creationId xmlns:a16="http://schemas.microsoft.com/office/drawing/2014/main" id="{20812FFA-7D7B-44C8-83C6-C9E76FF361CA}"/>
              </a:ext>
            </a:extLst>
          </p:cNvPr>
          <p:cNvSpPr>
            <a:spLocks xmlns:a="http://schemas.openxmlformats.org/drawingml/2006/main" noGrp="1"/>
          </p:cNvSpPr>
          <p:nvPr/>
        </p:nvSpPr>
        <p:spPr>
          <a:xfrm xmlns:a="http://schemas.openxmlformats.org/drawingml/2006/main">
            <a:off x="685800" y="2628900"/>
            <a:ext cx="2857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1">
                <a:solidFill>
                  <a:srgbClr val="285D75"/>
                </a:solidFill>
                <a:latin typeface="Arial"/>
                <a:ea typeface="Arial"/>
                <a:cs typeface="Arial"/>
              </a:defRPr>
            </a:defPPr>
          </a:lstStyle>
          <a:p xmlns:a="http://schemas.openxmlformats.org/drawingml/2006/main">
            <a:pPr>
              <a:defRPr sz="1950" b="1">
                <a:solidFill>
                  <a:srgbClr val="285D75"/>
                </a:solidFill>
                <a:latin typeface="Arial"/>
                <a:ea typeface="Arial"/>
                <a:cs typeface="Arial"/>
              </a:defRPr>
            </a:pPr>
            <a:r>
              <a:rPr sz="1950" b="1">
                <a:solidFill>
                  <a:srgbClr val="285D75"/>
                </a:solidFill>
                <a:latin typeface="Arial"/>
                <a:ea typeface="Arial"/>
                <a:cs typeface="Arial"/>
              </a:rPr>
              <a:t>Sample ID</a:t>
            </a:r>
          </a:p>
        </p:txBody>
      </p:sp>
      <p:sp>
        <p:nvSpPr>
          <p:cNvPr id="5" name="">
            <a:extLst xmlns:a="http://schemas.openxmlformats.org/drawingml/2006/main">
              <a:ext uri="{FF2B5EF4-FFF2-40B4-BE49-F238E27FC236}">
                <a16:creationId xmlns:a16="http://schemas.microsoft.com/office/drawing/2014/main" id="{D96AF903-F51F-4BB3-8FB6-139A0CACCE7C}"/>
              </a:ext>
            </a:extLst>
          </p:cNvPr>
          <p:cNvSpPr>
            <a:spLocks xmlns:a="http://schemas.openxmlformats.org/drawingml/2006/main" noGrp="1"/>
          </p:cNvSpPr>
          <p:nvPr/>
        </p:nvSpPr>
        <p:spPr>
          <a:xfrm xmlns:a="http://schemas.openxmlformats.org/drawingml/2006/main">
            <a:off x="3905250" y="2628900"/>
            <a:ext cx="7524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75" b="0">
                <a:solidFill>
                  <a:srgbClr val="1E3040"/>
                </a:solidFill>
                <a:latin typeface="Arial"/>
                <a:ea typeface="Arial"/>
                <a:cs typeface="Arial"/>
              </a:defRPr>
            </a:defPPr>
          </a:lstStyle>
          <a:p xmlns:a="http://schemas.openxmlformats.org/drawingml/2006/main">
            <a:pPr>
              <a:defRPr sz="1875" b="0">
                <a:solidFill>
                  <a:srgbClr val="1E3040"/>
                </a:solidFill>
                <a:latin typeface="Arial"/>
                <a:ea typeface="Arial"/>
                <a:cs typeface="Arial"/>
              </a:defRPr>
            </a:pPr>
            <a:r>
              <a:rPr sz="1875" b="0">
                <a:solidFill>
                  <a:srgbClr val="1E3040"/>
                </a:solidFill>
                <a:latin typeface="Arial"/>
                <a:ea typeface="Arial"/>
                <a:cs typeface="Arial"/>
              </a:rPr>
              <a:t>A number such as S01 connects an employee location to a lab result.</a:t>
            </a:r>
          </a:p>
        </p:txBody>
      </p:sp>
      <p:sp>
        <p:nvSpPr>
          <p:cNvPr id="6" name="">
            <a:extLst xmlns:a="http://schemas.openxmlformats.org/drawingml/2006/main">
              <a:ext uri="{FF2B5EF4-FFF2-40B4-BE49-F238E27FC236}">
                <a16:creationId xmlns:a16="http://schemas.microsoft.com/office/drawing/2014/main" id="{34A6DE47-5361-4A21-A5B2-31C7F4A663D0}"/>
              </a:ext>
            </a:extLst>
          </p:cNvPr>
          <p:cNvSpPr>
            <a:spLocks xmlns:a="http://schemas.openxmlformats.org/drawingml/2006/main" noGrp="1"/>
          </p:cNvSpPr>
          <p:nvPr/>
        </p:nvSpPr>
        <p:spPr>
          <a:xfrm xmlns:a="http://schemas.openxmlformats.org/drawingml/2006/main">
            <a:off x="685800" y="3429000"/>
            <a:ext cx="2857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1">
                <a:solidFill>
                  <a:srgbClr val="285D75"/>
                </a:solidFill>
                <a:latin typeface="Arial"/>
                <a:ea typeface="Arial"/>
                <a:cs typeface="Arial"/>
              </a:defRPr>
            </a:defPPr>
          </a:lstStyle>
          <a:p xmlns:a="http://schemas.openxmlformats.org/drawingml/2006/main">
            <a:pPr>
              <a:defRPr sz="1950" b="1">
                <a:solidFill>
                  <a:srgbClr val="285D75"/>
                </a:solidFill>
                <a:latin typeface="Arial"/>
                <a:ea typeface="Arial"/>
                <a:cs typeface="Arial"/>
              </a:defRPr>
            </a:pPr>
            <a:r>
              <a:rPr sz="1950" b="1">
                <a:solidFill>
                  <a:srgbClr val="285D75"/>
                </a:solidFill>
                <a:latin typeface="Arial"/>
                <a:ea typeface="Arial"/>
                <a:cs typeface="Arial"/>
              </a:rPr>
              <a:t>Material zone</a:t>
            </a:r>
          </a:p>
        </p:txBody>
      </p:sp>
      <p:sp>
        <p:nvSpPr>
          <p:cNvPr id="7" name="">
            <a:extLst xmlns:a="http://schemas.openxmlformats.org/drawingml/2006/main">
              <a:ext uri="{FF2B5EF4-FFF2-40B4-BE49-F238E27FC236}">
                <a16:creationId xmlns:a16="http://schemas.microsoft.com/office/drawing/2014/main" id="{59559434-C121-4466-9429-F0EF9A460812}"/>
              </a:ext>
            </a:extLst>
          </p:cNvPr>
          <p:cNvSpPr>
            <a:spLocks xmlns:a="http://schemas.openxmlformats.org/drawingml/2006/main" noGrp="1"/>
          </p:cNvSpPr>
          <p:nvPr/>
        </p:nvSpPr>
        <p:spPr>
          <a:xfrm xmlns:a="http://schemas.openxmlformats.org/drawingml/2006/main">
            <a:off x="3905250" y="3429000"/>
            <a:ext cx="7524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75" b="0">
                <a:solidFill>
                  <a:srgbClr val="1E3040"/>
                </a:solidFill>
                <a:latin typeface="Arial"/>
                <a:ea typeface="Arial"/>
                <a:cs typeface="Arial"/>
              </a:defRPr>
            </a:defPPr>
          </a:lstStyle>
          <a:p xmlns:a="http://schemas.openxmlformats.org/drawingml/2006/main">
            <a:pPr>
              <a:defRPr sz="1875" b="0">
                <a:solidFill>
                  <a:srgbClr val="1E3040"/>
                </a:solidFill>
                <a:latin typeface="Arial"/>
                <a:ea typeface="Arial"/>
                <a:cs typeface="Arial"/>
              </a:defRPr>
            </a:pPr>
            <a:r>
              <a:rPr sz="1875" b="0">
                <a:solidFill>
                  <a:srgbClr val="1E3040"/>
                </a:solidFill>
                <a:latin typeface="Arial"/>
                <a:ea typeface="Arial"/>
                <a:cs typeface="Arial"/>
              </a:rPr>
              <a:t>One measured material area. Several samples can describe the same zone.</a:t>
            </a:r>
          </a:p>
        </p:txBody>
      </p:sp>
      <p:sp>
        <p:nvSpPr>
          <p:cNvPr id="8" name="">
            <a:extLst xmlns:a="http://schemas.openxmlformats.org/drawingml/2006/main">
              <a:ext uri="{FF2B5EF4-FFF2-40B4-BE49-F238E27FC236}">
                <a16:creationId xmlns:a16="http://schemas.microsoft.com/office/drawing/2014/main" id="{4B060A14-8E46-4AB2-A7DC-4B38EE816D3D}"/>
              </a:ext>
            </a:extLst>
          </p:cNvPr>
          <p:cNvSpPr>
            <a:spLocks xmlns:a="http://schemas.openxmlformats.org/drawingml/2006/main" noGrp="1"/>
          </p:cNvSpPr>
          <p:nvPr/>
        </p:nvSpPr>
        <p:spPr>
          <a:xfrm xmlns:a="http://schemas.openxmlformats.org/drawingml/2006/main">
            <a:off x="685800" y="4229100"/>
            <a:ext cx="2857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1">
                <a:solidFill>
                  <a:srgbClr val="285D75"/>
                </a:solidFill>
                <a:latin typeface="Arial"/>
                <a:ea typeface="Arial"/>
                <a:cs typeface="Arial"/>
              </a:defRPr>
            </a:defPPr>
          </a:lstStyle>
          <a:p xmlns:a="http://schemas.openxmlformats.org/drawingml/2006/main">
            <a:pPr>
              <a:defRPr sz="1950" b="1">
                <a:solidFill>
                  <a:srgbClr val="285D75"/>
                </a:solidFill>
                <a:latin typeface="Arial"/>
                <a:ea typeface="Arial"/>
                <a:cs typeface="Arial"/>
              </a:defRPr>
            </a:pPr>
            <a:r>
              <a:rPr sz="1950" b="1">
                <a:solidFill>
                  <a:srgbClr val="285D75"/>
                </a:solidFill>
                <a:latin typeface="Arial"/>
                <a:ea typeface="Arial"/>
                <a:cs typeface="Arial"/>
              </a:rPr>
              <a:t>Layer</a:t>
            </a:r>
          </a:p>
        </p:txBody>
      </p:sp>
      <p:sp>
        <p:nvSpPr>
          <p:cNvPr id="9" name="">
            <a:extLst xmlns:a="http://schemas.openxmlformats.org/drawingml/2006/main">
              <a:ext uri="{FF2B5EF4-FFF2-40B4-BE49-F238E27FC236}">
                <a16:creationId xmlns:a16="http://schemas.microsoft.com/office/drawing/2014/main" id="{F16A3B69-48FD-4542-88F2-4B34B3260A70}"/>
              </a:ext>
            </a:extLst>
          </p:cNvPr>
          <p:cNvSpPr>
            <a:spLocks xmlns:a="http://schemas.openxmlformats.org/drawingml/2006/main" noGrp="1"/>
          </p:cNvSpPr>
          <p:nvPr/>
        </p:nvSpPr>
        <p:spPr>
          <a:xfrm xmlns:a="http://schemas.openxmlformats.org/drawingml/2006/main">
            <a:off x="3905250" y="4229100"/>
            <a:ext cx="7524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75" b="0">
                <a:solidFill>
                  <a:srgbClr val="1E3040"/>
                </a:solidFill>
                <a:latin typeface="Arial"/>
                <a:ea typeface="Arial"/>
                <a:cs typeface="Arial"/>
              </a:defRPr>
            </a:defPPr>
          </a:lstStyle>
          <a:p xmlns:a="http://schemas.openxmlformats.org/drawingml/2006/main">
            <a:pPr>
              <a:defRPr sz="1875" b="0">
                <a:solidFill>
                  <a:srgbClr val="1E3040"/>
                </a:solidFill>
                <a:latin typeface="Arial"/>
                <a:ea typeface="Arial"/>
                <a:cs typeface="Arial"/>
              </a:defRPr>
            </a:pPr>
            <a:r>
              <a:rPr sz="1875" b="0">
                <a:solidFill>
                  <a:srgbClr val="1E3040"/>
                </a:solidFill>
                <a:latin typeface="Arial"/>
                <a:ea typeface="Arial"/>
                <a:cs typeface="Arial"/>
              </a:rPr>
              <a:t>One component, such as floor tile or the adhesive beneath it.</a:t>
            </a:r>
          </a:p>
        </p:txBody>
      </p:sp>
      <p:sp>
        <p:nvSpPr>
          <p:cNvPr id="10" name="">
            <a:extLst xmlns:a="http://schemas.openxmlformats.org/drawingml/2006/main">
              <a:ext uri="{FF2B5EF4-FFF2-40B4-BE49-F238E27FC236}">
                <a16:creationId xmlns:a16="http://schemas.microsoft.com/office/drawing/2014/main" id="{959CBB08-466C-4D50-BC6A-2C3A65C33A79}"/>
              </a:ext>
            </a:extLst>
          </p:cNvPr>
          <p:cNvSpPr>
            <a:spLocks xmlns:a="http://schemas.openxmlformats.org/drawingml/2006/main" noGrp="1"/>
          </p:cNvSpPr>
          <p:nvPr/>
        </p:nvSpPr>
        <p:spPr>
          <a:xfrm xmlns:a="http://schemas.openxmlformats.org/drawingml/2006/main">
            <a:off x="685800" y="5029200"/>
            <a:ext cx="2857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1">
                <a:solidFill>
                  <a:srgbClr val="285D75"/>
                </a:solidFill>
                <a:latin typeface="Arial"/>
                <a:ea typeface="Arial"/>
                <a:cs typeface="Arial"/>
              </a:defRPr>
            </a:defPPr>
          </a:lstStyle>
          <a:p xmlns:a="http://schemas.openxmlformats.org/drawingml/2006/main">
            <a:pPr>
              <a:defRPr sz="1950" b="1">
                <a:solidFill>
                  <a:srgbClr val="285D75"/>
                </a:solidFill>
                <a:latin typeface="Arial"/>
                <a:ea typeface="Arial"/>
                <a:cs typeface="Arial"/>
              </a:defRPr>
            </a:pPr>
            <a:r>
              <a:rPr sz="1950" b="1">
                <a:solidFill>
                  <a:srgbClr val="285D75"/>
                </a:solidFill>
                <a:latin typeface="Arial"/>
                <a:ea typeface="Arial"/>
                <a:cs typeface="Arial"/>
              </a:rPr>
              <a:t>Quantity</a:t>
            </a:r>
          </a:p>
        </p:txBody>
      </p:sp>
      <p:sp>
        <p:nvSpPr>
          <p:cNvPr id="11" name="">
            <a:extLst xmlns:a="http://schemas.openxmlformats.org/drawingml/2006/main">
              <a:ext uri="{FF2B5EF4-FFF2-40B4-BE49-F238E27FC236}">
                <a16:creationId xmlns:a16="http://schemas.microsoft.com/office/drawing/2014/main" id="{E6C9408D-3C6D-4D9E-8215-C14881A0AA2E}"/>
              </a:ext>
            </a:extLst>
          </p:cNvPr>
          <p:cNvSpPr>
            <a:spLocks xmlns:a="http://schemas.openxmlformats.org/drawingml/2006/main" noGrp="1"/>
          </p:cNvSpPr>
          <p:nvPr/>
        </p:nvSpPr>
        <p:spPr>
          <a:xfrm xmlns:a="http://schemas.openxmlformats.org/drawingml/2006/main">
            <a:off x="3905250" y="5029200"/>
            <a:ext cx="7524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75" b="0">
                <a:solidFill>
                  <a:srgbClr val="1E3040"/>
                </a:solidFill>
                <a:latin typeface="Arial"/>
                <a:ea typeface="Arial"/>
                <a:cs typeface="Arial"/>
              </a:defRPr>
            </a:defPPr>
          </a:lstStyle>
          <a:p xmlns:a="http://schemas.openxmlformats.org/drawingml/2006/main">
            <a:pPr>
              <a:defRPr sz="1875" b="0">
                <a:solidFill>
                  <a:srgbClr val="1E3040"/>
                </a:solidFill>
                <a:latin typeface="Arial"/>
                <a:ea typeface="Arial"/>
                <a:cs typeface="Arial"/>
              </a:defRPr>
            </a:pPr>
            <a:r>
              <a:rPr sz="1875" b="0">
                <a:solidFill>
                  <a:srgbClr val="1E3040"/>
                </a:solidFill>
                <a:latin typeface="Arial"/>
                <a:ea typeface="Arial"/>
                <a:cs typeface="Arial"/>
              </a:rPr>
              <a:t>The employee supplies the zone area or length. The lab does not measure it.</a:t>
            </a:r>
          </a:p>
        </p:txBody>
      </p:sp>
      <p:sp>
        <p:nvSpPr>
          <p:cNvPr id="12" name="">
            <a:extLst xmlns:a="http://schemas.openxmlformats.org/drawingml/2006/main">
              <a:ext uri="{FF2B5EF4-FFF2-40B4-BE49-F238E27FC236}">
                <a16:creationId xmlns:a16="http://schemas.microsoft.com/office/drawing/2014/main" id="{DF104E63-F000-40B2-8F16-FBE28C15AED5}"/>
              </a:ext>
            </a:extLst>
          </p:cNvPr>
          <p:cNvSpPr>
            <a:spLocks xmlns:a="http://schemas.openxmlformats.org/drawingml/2006/main" noGrp="1"/>
          </p:cNvSpPr>
          <p:nvPr/>
        </p:nvSpPr>
        <p:spPr>
          <a:xfrm xmlns:a="http://schemas.openxmlformats.org/drawingml/2006/main">
            <a:off x="685800" y="6419850"/>
            <a:ext cx="1028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125" b="0">
                <a:solidFill>
                  <a:srgbClr val="657784"/>
                </a:solidFill>
                <a:latin typeface="Arial"/>
                <a:ea typeface="Arial"/>
                <a:cs typeface="Arial"/>
              </a:defRPr>
            </a:defPPr>
          </a:lstStyle>
          <a:p xmlns:a="http://schemas.openxmlformats.org/drawingml/2006/main">
            <a:pPr>
              <a:defRPr sz="1125" b="0">
                <a:solidFill>
                  <a:srgbClr val="657784"/>
                </a:solidFill>
                <a:latin typeface="Arial"/>
                <a:ea typeface="Arial"/>
                <a:cs typeface="Arial"/>
              </a:defRPr>
            </a:pPr>
            <a:r>
              <a:rPr sz="1125" b="0">
                <a:solidFill>
                  <a:srgbClr val="657784"/>
                </a:solidFill>
                <a:latin typeface="Arial"/>
                <a:ea typeface="Arial"/>
                <a:cs typeface="Arial"/>
              </a:rPr>
              <a:t>Fictional exercise. Detailed candidate brief defines the requirements.</a:t>
            </a:r>
          </a:p>
        </p:txBody>
      </p:sp>
      <p:sp>
        <p:nvSpPr>
          <p:cNvPr id="13" name="">
            <a:extLst xmlns:a="http://schemas.openxmlformats.org/drawingml/2006/main">
              <a:ext uri="{FF2B5EF4-FFF2-40B4-BE49-F238E27FC236}">
                <a16:creationId xmlns:a16="http://schemas.microsoft.com/office/drawing/2014/main" id="{8BBA2856-1361-4119-927B-804FDB466449}"/>
              </a:ext>
            </a:extLst>
          </p:cNvPr>
          <p:cNvSpPr>
            <a:spLocks xmlns:a="http://schemas.openxmlformats.org/drawingml/2006/main" noGrp="1"/>
          </p:cNvSpPr>
          <p:nvPr/>
        </p:nvSpPr>
        <p:spPr>
          <a:xfrm xmlns:a="http://schemas.openxmlformats.org/drawingml/2006/main">
            <a:off x="11334750" y="641985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125" b="0">
                <a:solidFill>
                  <a:srgbClr val="657784"/>
                </a:solidFill>
                <a:latin typeface="Arial"/>
                <a:ea typeface="Arial"/>
                <a:cs typeface="Arial"/>
              </a:defRPr>
            </a:defPPr>
          </a:lstStyle>
          <a:p xmlns:a="http://schemas.openxmlformats.org/drawingml/2006/main">
            <a:pPr>
              <a:defRPr sz="1125" b="0">
                <a:solidFill>
                  <a:srgbClr val="657784"/>
                </a:solidFill>
                <a:latin typeface="Arial"/>
                <a:ea typeface="Arial"/>
                <a:cs typeface="Arial"/>
              </a:defRPr>
            </a:pPr>
            <a:r>
              <a:rPr sz="1125" b="0">
                <a:solidFill>
                  <a:srgbClr val="657784"/>
                </a:solidFill>
                <a:latin typeface="Arial"/>
                <a:ea typeface="Arial"/>
                <a:cs typeface="Arial"/>
              </a:rPr>
              <a:t>2</a:t>
            </a:r>
          </a:p>
        </p:txBody>
      </p:sp>
    </p:spTree>
    <p:extLst>
      <p:ext uri="{BB962C8B-B14F-4D97-AF65-F5344CB8AC3E}">
        <p14:creationId xmlns:p14="http://schemas.microsoft.com/office/powerpoint/2010/main" val="214691765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D187AB9-B9DE-4B82-BC72-9620C86BBEC3}"/>
              </a:ext>
            </a:extLst>
          </p:cNvPr>
          <p:cNvSpPr>
            <a:spLocks xmlns:a="http://schemas.openxmlformats.org/drawingml/2006/main" noGrp="1"/>
          </p:cNvSpPr>
          <p:nvPr/>
        </p:nvSpPr>
        <p:spPr>
          <a:xfrm xmlns:a="http://schemas.openxmlformats.org/drawingml/2006/main">
            <a:off x="685800" y="5715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450" b="1">
                <a:solidFill>
                  <a:srgbClr val="142C3D"/>
                </a:solidFill>
                <a:latin typeface="Arial"/>
                <a:ea typeface="Arial"/>
                <a:cs typeface="Arial"/>
              </a:defRPr>
            </a:defPPr>
          </a:lstStyle>
          <a:p xmlns:a="http://schemas.openxmlformats.org/drawingml/2006/main">
            <a:pPr>
              <a:defRPr sz="3450" b="1">
                <a:solidFill>
                  <a:srgbClr val="142C3D"/>
                </a:solidFill>
                <a:latin typeface="Arial"/>
                <a:ea typeface="Arial"/>
                <a:cs typeface="Arial"/>
              </a:defRPr>
            </a:pPr>
            <a:r>
              <a:rPr sz="3450" b="1">
                <a:solidFill>
                  <a:srgbClr val="142C3D"/>
                </a:solidFill>
                <a:latin typeface="Arial"/>
                <a:ea typeface="Arial"/>
                <a:cs typeface="Arial"/>
              </a:rPr>
              <a:t>Laboratory result meanings</a:t>
            </a:r>
          </a:p>
        </p:txBody>
      </p:sp>
      <p:sp>
        <p:nvSpPr>
          <p:cNvPr id="2" name="">
            <a:extLst xmlns:a="http://schemas.openxmlformats.org/drawingml/2006/main">
              <a:ext uri="{FF2B5EF4-FFF2-40B4-BE49-F238E27FC236}">
                <a16:creationId xmlns:a16="http://schemas.microsoft.com/office/drawing/2014/main" id="{64C23EF0-1350-4F69-8242-4FD53D9FE4A9}"/>
              </a:ext>
            </a:extLst>
          </p:cNvPr>
          <p:cNvSpPr>
            <a:spLocks xmlns:a="http://schemas.openxmlformats.org/drawingml/2006/main" noGrp="1"/>
          </p:cNvSpPr>
          <p:nvPr/>
        </p:nvSpPr>
        <p:spPr>
          <a:xfrm xmlns:a="http://schemas.openxmlformats.org/drawingml/2006/main">
            <a:off x="685800" y="1828800"/>
            <a:ext cx="2857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1">
                <a:solidFill>
                  <a:srgbClr val="285D75"/>
                </a:solidFill>
                <a:latin typeface="Arial"/>
                <a:ea typeface="Arial"/>
                <a:cs typeface="Arial"/>
              </a:defRPr>
            </a:defPPr>
          </a:lstStyle>
          <a:p xmlns:a="http://schemas.openxmlformats.org/drawingml/2006/main">
            <a:pPr>
              <a:defRPr sz="1950" b="1">
                <a:solidFill>
                  <a:srgbClr val="285D75"/>
                </a:solidFill>
                <a:latin typeface="Arial"/>
                <a:ea typeface="Arial"/>
                <a:cs typeface="Arial"/>
              </a:defRPr>
            </a:pPr>
            <a:r>
              <a:rPr sz="1950" b="1">
                <a:solidFill>
                  <a:srgbClr val="285D75"/>
                </a:solidFill>
                <a:latin typeface="Arial"/>
                <a:ea typeface="Arial"/>
                <a:cs typeface="Arial"/>
              </a:rPr>
              <a:t>Detected</a:t>
            </a:r>
          </a:p>
        </p:txBody>
      </p:sp>
      <p:sp>
        <p:nvSpPr>
          <p:cNvPr id="3" name="">
            <a:extLst xmlns:a="http://schemas.openxmlformats.org/drawingml/2006/main">
              <a:ext uri="{FF2B5EF4-FFF2-40B4-BE49-F238E27FC236}">
                <a16:creationId xmlns:a16="http://schemas.microsoft.com/office/drawing/2014/main" id="{23F03729-A77F-40E5-B4B9-A7449E9C8A6F}"/>
              </a:ext>
            </a:extLst>
          </p:cNvPr>
          <p:cNvSpPr>
            <a:spLocks xmlns:a="http://schemas.openxmlformats.org/drawingml/2006/main" noGrp="1"/>
          </p:cNvSpPr>
          <p:nvPr/>
        </p:nvSpPr>
        <p:spPr>
          <a:xfrm xmlns:a="http://schemas.openxmlformats.org/drawingml/2006/main">
            <a:off x="3905250" y="1828800"/>
            <a:ext cx="7524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025" b="0">
                <a:solidFill>
                  <a:srgbClr val="1E3040"/>
                </a:solidFill>
                <a:latin typeface="Arial"/>
                <a:ea typeface="Arial"/>
                <a:cs typeface="Arial"/>
              </a:defRPr>
            </a:defPPr>
          </a:lstStyle>
          <a:p xmlns:a="http://schemas.openxmlformats.org/drawingml/2006/main">
            <a:pPr>
              <a:defRPr sz="2025" b="0">
                <a:solidFill>
                  <a:srgbClr val="1E3040"/>
                </a:solidFill>
                <a:latin typeface="Arial"/>
                <a:ea typeface="Arial"/>
                <a:cs typeface="Arial"/>
              </a:defRPr>
            </a:pPr>
            <a:r>
              <a:rPr sz="2025" b="0">
                <a:solidFill>
                  <a:srgbClr val="1E3040"/>
                </a:solidFill>
                <a:latin typeface="Arial"/>
                <a:ea typeface="Arial"/>
                <a:cs typeface="Arial"/>
              </a:rPr>
              <a:t>Asbestos appears in the tested layer. Keep its type and percentage.</a:t>
            </a:r>
          </a:p>
        </p:txBody>
      </p:sp>
      <p:sp>
        <p:nvSpPr>
          <p:cNvPr id="4" name="">
            <a:extLst xmlns:a="http://schemas.openxmlformats.org/drawingml/2006/main">
              <a:ext uri="{FF2B5EF4-FFF2-40B4-BE49-F238E27FC236}">
                <a16:creationId xmlns:a16="http://schemas.microsoft.com/office/drawing/2014/main" id="{CB8EFE29-97E3-446E-AA88-04D0FF64A96C}"/>
              </a:ext>
            </a:extLst>
          </p:cNvPr>
          <p:cNvSpPr>
            <a:spLocks xmlns:a="http://schemas.openxmlformats.org/drawingml/2006/main" noGrp="1"/>
          </p:cNvSpPr>
          <p:nvPr/>
        </p:nvSpPr>
        <p:spPr>
          <a:xfrm xmlns:a="http://schemas.openxmlformats.org/drawingml/2006/main">
            <a:off x="685800" y="2828925"/>
            <a:ext cx="2857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1">
                <a:solidFill>
                  <a:srgbClr val="285D75"/>
                </a:solidFill>
                <a:latin typeface="Arial"/>
                <a:ea typeface="Arial"/>
                <a:cs typeface="Arial"/>
              </a:defRPr>
            </a:defPPr>
          </a:lstStyle>
          <a:p xmlns:a="http://schemas.openxmlformats.org/drawingml/2006/main">
            <a:pPr>
              <a:defRPr sz="1950" b="1">
                <a:solidFill>
                  <a:srgbClr val="285D75"/>
                </a:solidFill>
                <a:latin typeface="Arial"/>
                <a:ea typeface="Arial"/>
                <a:cs typeface="Arial"/>
              </a:defRPr>
            </a:pPr>
            <a:r>
              <a:rPr sz="1950" b="1">
                <a:solidFill>
                  <a:srgbClr val="285D75"/>
                </a:solidFill>
                <a:latin typeface="Arial"/>
                <a:ea typeface="Arial"/>
                <a:cs typeface="Arial"/>
              </a:rPr>
              <a:t>Not detected</a:t>
            </a:r>
          </a:p>
        </p:txBody>
      </p:sp>
      <p:sp>
        <p:nvSpPr>
          <p:cNvPr id="5" name="">
            <a:extLst xmlns:a="http://schemas.openxmlformats.org/drawingml/2006/main">
              <a:ext uri="{FF2B5EF4-FFF2-40B4-BE49-F238E27FC236}">
                <a16:creationId xmlns:a16="http://schemas.microsoft.com/office/drawing/2014/main" id="{46367561-5126-479B-8753-7D70EE7E037E}"/>
              </a:ext>
            </a:extLst>
          </p:cNvPr>
          <p:cNvSpPr>
            <a:spLocks xmlns:a="http://schemas.openxmlformats.org/drawingml/2006/main" noGrp="1"/>
          </p:cNvSpPr>
          <p:nvPr/>
        </p:nvSpPr>
        <p:spPr>
          <a:xfrm xmlns:a="http://schemas.openxmlformats.org/drawingml/2006/main">
            <a:off x="3905250" y="2828925"/>
            <a:ext cx="7524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025" b="0">
                <a:solidFill>
                  <a:srgbClr val="1E3040"/>
                </a:solidFill>
                <a:latin typeface="Arial"/>
                <a:ea typeface="Arial"/>
                <a:cs typeface="Arial"/>
              </a:defRPr>
            </a:defPPr>
          </a:lstStyle>
          <a:p xmlns:a="http://schemas.openxmlformats.org/drawingml/2006/main">
            <a:pPr>
              <a:defRPr sz="2025" b="0">
                <a:solidFill>
                  <a:srgbClr val="1E3040"/>
                </a:solidFill>
                <a:latin typeface="Arial"/>
                <a:ea typeface="Arial"/>
                <a:cs typeface="Arial"/>
              </a:defRPr>
            </a:pPr>
            <a:r>
              <a:rPr sz="2025" b="0">
                <a:solidFill>
                  <a:srgbClr val="1E3040"/>
                </a:solidFill>
                <a:latin typeface="Arial"/>
                <a:ea typeface="Arial"/>
                <a:cs typeface="Arial"/>
              </a:rPr>
              <a:t>This result applies to the sampled layer. It does not describe the whole building.</a:t>
            </a:r>
          </a:p>
        </p:txBody>
      </p:sp>
      <p:sp>
        <p:nvSpPr>
          <p:cNvPr id="6" name="">
            <a:extLst xmlns:a="http://schemas.openxmlformats.org/drawingml/2006/main">
              <a:ext uri="{FF2B5EF4-FFF2-40B4-BE49-F238E27FC236}">
                <a16:creationId xmlns:a16="http://schemas.microsoft.com/office/drawing/2014/main" id="{49B8B36D-DD4D-49A7-9A77-20B35AF4B0F8}"/>
              </a:ext>
            </a:extLst>
          </p:cNvPr>
          <p:cNvSpPr>
            <a:spLocks xmlns:a="http://schemas.openxmlformats.org/drawingml/2006/main" noGrp="1"/>
          </p:cNvSpPr>
          <p:nvPr/>
        </p:nvSpPr>
        <p:spPr>
          <a:xfrm xmlns:a="http://schemas.openxmlformats.org/drawingml/2006/main">
            <a:off x="685800" y="3829050"/>
            <a:ext cx="2857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1">
                <a:solidFill>
                  <a:srgbClr val="285D75"/>
                </a:solidFill>
                <a:latin typeface="Arial"/>
                <a:ea typeface="Arial"/>
                <a:cs typeface="Arial"/>
              </a:defRPr>
            </a:defPPr>
          </a:lstStyle>
          <a:p xmlns:a="http://schemas.openxmlformats.org/drawingml/2006/main">
            <a:pPr>
              <a:defRPr sz="1950" b="1">
                <a:solidFill>
                  <a:srgbClr val="285D75"/>
                </a:solidFill>
                <a:latin typeface="Arial"/>
                <a:ea typeface="Arial"/>
                <a:cs typeface="Arial"/>
              </a:defRPr>
            </a:pPr>
            <a:r>
              <a:rPr sz="1950" b="1">
                <a:solidFill>
                  <a:srgbClr val="285D75"/>
                </a:solidFill>
                <a:latin typeface="Arial"/>
                <a:ea typeface="Arial"/>
                <a:cs typeface="Arial"/>
              </a:rPr>
              <a:t>Inconclusive</a:t>
            </a:r>
          </a:p>
        </p:txBody>
      </p:sp>
      <p:sp>
        <p:nvSpPr>
          <p:cNvPr id="7" name="">
            <a:extLst xmlns:a="http://schemas.openxmlformats.org/drawingml/2006/main">
              <a:ext uri="{FF2B5EF4-FFF2-40B4-BE49-F238E27FC236}">
                <a16:creationId xmlns:a16="http://schemas.microsoft.com/office/drawing/2014/main" id="{D13B796E-BEA4-4F2E-8641-2376D83D709F}"/>
              </a:ext>
            </a:extLst>
          </p:cNvPr>
          <p:cNvSpPr>
            <a:spLocks xmlns:a="http://schemas.openxmlformats.org/drawingml/2006/main" noGrp="1"/>
          </p:cNvSpPr>
          <p:nvPr/>
        </p:nvSpPr>
        <p:spPr>
          <a:xfrm xmlns:a="http://schemas.openxmlformats.org/drawingml/2006/main">
            <a:off x="3905250" y="3829050"/>
            <a:ext cx="7524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025" b="0">
                <a:solidFill>
                  <a:srgbClr val="1E3040"/>
                </a:solidFill>
                <a:latin typeface="Arial"/>
                <a:ea typeface="Arial"/>
                <a:cs typeface="Arial"/>
              </a:defRPr>
            </a:defPPr>
          </a:lstStyle>
          <a:p xmlns:a="http://schemas.openxmlformats.org/drawingml/2006/main">
            <a:pPr>
              <a:defRPr sz="2025" b="0">
                <a:solidFill>
                  <a:srgbClr val="1E3040"/>
                </a:solidFill>
                <a:latin typeface="Arial"/>
                <a:ea typeface="Arial"/>
                <a:cs typeface="Arial"/>
              </a:defRPr>
            </a:pPr>
            <a:r>
              <a:rPr sz="2025" b="0">
                <a:solidFill>
                  <a:srgbClr val="1E3040"/>
                </a:solidFill>
                <a:latin typeface="Arial"/>
                <a:ea typeface="Arial"/>
                <a:cs typeface="Arial"/>
              </a:rPr>
              <a:t>The lab could not give a definite result. Keep it unresolved.</a:t>
            </a:r>
          </a:p>
        </p:txBody>
      </p:sp>
      <p:sp>
        <p:nvSpPr>
          <p:cNvPr id="8" name="">
            <a:extLst xmlns:a="http://schemas.openxmlformats.org/drawingml/2006/main">
              <a:ext uri="{FF2B5EF4-FFF2-40B4-BE49-F238E27FC236}">
                <a16:creationId xmlns:a16="http://schemas.microsoft.com/office/drawing/2014/main" id="{D2ACA2EF-81E6-435C-ACC6-189EEFBB9A4E}"/>
              </a:ext>
            </a:extLst>
          </p:cNvPr>
          <p:cNvSpPr>
            <a:spLocks xmlns:a="http://schemas.openxmlformats.org/drawingml/2006/main" noGrp="1"/>
          </p:cNvSpPr>
          <p:nvPr/>
        </p:nvSpPr>
        <p:spPr>
          <a:xfrm xmlns:a="http://schemas.openxmlformats.org/drawingml/2006/main">
            <a:off x="685800" y="4829175"/>
            <a:ext cx="2857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1">
                <a:solidFill>
                  <a:srgbClr val="285D75"/>
                </a:solidFill>
                <a:latin typeface="Arial"/>
                <a:ea typeface="Arial"/>
                <a:cs typeface="Arial"/>
              </a:defRPr>
            </a:defPPr>
          </a:lstStyle>
          <a:p xmlns:a="http://schemas.openxmlformats.org/drawingml/2006/main">
            <a:pPr>
              <a:defRPr sz="1950" b="1">
                <a:solidFill>
                  <a:srgbClr val="285D75"/>
                </a:solidFill>
                <a:latin typeface="Arial"/>
                <a:ea typeface="Arial"/>
                <a:cs typeface="Arial"/>
              </a:defRPr>
            </a:pPr>
            <a:r>
              <a:rPr sz="1950" b="1">
                <a:solidFill>
                  <a:srgbClr val="285D75"/>
                </a:solidFill>
                <a:latin typeface="Arial"/>
                <a:ea typeface="Arial"/>
                <a:cs typeface="Arial"/>
              </a:rPr>
              <a:t>Unsampled</a:t>
            </a:r>
          </a:p>
        </p:txBody>
      </p:sp>
      <p:sp>
        <p:nvSpPr>
          <p:cNvPr id="9" name="">
            <a:extLst xmlns:a="http://schemas.openxmlformats.org/drawingml/2006/main">
              <a:ext uri="{FF2B5EF4-FFF2-40B4-BE49-F238E27FC236}">
                <a16:creationId xmlns:a16="http://schemas.microsoft.com/office/drawing/2014/main" id="{AC3F6C8E-E00B-4264-A3FE-33715863B425}"/>
              </a:ext>
            </a:extLst>
          </p:cNvPr>
          <p:cNvSpPr>
            <a:spLocks xmlns:a="http://schemas.openxmlformats.org/drawingml/2006/main" noGrp="1"/>
          </p:cNvSpPr>
          <p:nvPr/>
        </p:nvSpPr>
        <p:spPr>
          <a:xfrm xmlns:a="http://schemas.openxmlformats.org/drawingml/2006/main">
            <a:off x="3905250" y="4829175"/>
            <a:ext cx="7524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025" b="0">
                <a:solidFill>
                  <a:srgbClr val="1E3040"/>
                </a:solidFill>
                <a:latin typeface="Arial"/>
                <a:ea typeface="Arial"/>
                <a:cs typeface="Arial"/>
              </a:defRPr>
            </a:defPPr>
          </a:lstStyle>
          <a:p xmlns:a="http://schemas.openxmlformats.org/drawingml/2006/main">
            <a:pPr>
              <a:defRPr sz="2025" b="0">
                <a:solidFill>
                  <a:srgbClr val="1E3040"/>
                </a:solidFill>
                <a:latin typeface="Arial"/>
                <a:ea typeface="Arial"/>
                <a:cs typeface="Arial"/>
              </a:defRPr>
            </a:pPr>
            <a:r>
              <a:rPr sz="2025" b="0">
                <a:solidFill>
                  <a:srgbClr val="1E3040"/>
                </a:solidFill>
                <a:latin typeface="Arial"/>
                <a:ea typeface="Arial"/>
                <a:cs typeface="Arial"/>
              </a:rPr>
              <a:t>No result exists. An inaccessible area stays unknown.</a:t>
            </a:r>
          </a:p>
        </p:txBody>
      </p:sp>
      <p:sp>
        <p:nvSpPr>
          <p:cNvPr id="10" name="">
            <a:extLst xmlns:a="http://schemas.openxmlformats.org/drawingml/2006/main">
              <a:ext uri="{FF2B5EF4-FFF2-40B4-BE49-F238E27FC236}">
                <a16:creationId xmlns:a16="http://schemas.microsoft.com/office/drawing/2014/main" id="{14FD28E5-24CD-412F-8FB2-01E6C642F68F}"/>
              </a:ext>
            </a:extLst>
          </p:cNvPr>
          <p:cNvSpPr>
            <a:spLocks xmlns:a="http://schemas.openxmlformats.org/drawingml/2006/main" noGrp="1"/>
          </p:cNvSpPr>
          <p:nvPr/>
        </p:nvSpPr>
        <p:spPr>
          <a:xfrm xmlns:a="http://schemas.openxmlformats.org/drawingml/2006/main">
            <a:off x="685800" y="6419850"/>
            <a:ext cx="1028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125" b="0">
                <a:solidFill>
                  <a:srgbClr val="657784"/>
                </a:solidFill>
                <a:latin typeface="Arial"/>
                <a:ea typeface="Arial"/>
                <a:cs typeface="Arial"/>
              </a:defRPr>
            </a:defPPr>
          </a:lstStyle>
          <a:p xmlns:a="http://schemas.openxmlformats.org/drawingml/2006/main">
            <a:pPr>
              <a:defRPr sz="1125" b="0">
                <a:solidFill>
                  <a:srgbClr val="657784"/>
                </a:solidFill>
                <a:latin typeface="Arial"/>
                <a:ea typeface="Arial"/>
                <a:cs typeface="Arial"/>
              </a:defRPr>
            </a:pPr>
            <a:r>
              <a:rPr sz="1125" b="0">
                <a:solidFill>
                  <a:srgbClr val="657784"/>
                </a:solidFill>
                <a:latin typeface="Arial"/>
                <a:ea typeface="Arial"/>
                <a:cs typeface="Arial"/>
              </a:rPr>
              <a:t>Fictional exercise. Detailed candidate brief defines the requirements.</a:t>
            </a:r>
          </a:p>
        </p:txBody>
      </p:sp>
      <p:sp>
        <p:nvSpPr>
          <p:cNvPr id="11" name="">
            <a:extLst xmlns:a="http://schemas.openxmlformats.org/drawingml/2006/main">
              <a:ext uri="{FF2B5EF4-FFF2-40B4-BE49-F238E27FC236}">
                <a16:creationId xmlns:a16="http://schemas.microsoft.com/office/drawing/2014/main" id="{F7D954B5-D21A-4D8D-9949-68D717B3AA82}"/>
              </a:ext>
            </a:extLst>
          </p:cNvPr>
          <p:cNvSpPr>
            <a:spLocks xmlns:a="http://schemas.openxmlformats.org/drawingml/2006/main" noGrp="1"/>
          </p:cNvSpPr>
          <p:nvPr/>
        </p:nvSpPr>
        <p:spPr>
          <a:xfrm xmlns:a="http://schemas.openxmlformats.org/drawingml/2006/main">
            <a:off x="11334750" y="641985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125" b="0">
                <a:solidFill>
                  <a:srgbClr val="657784"/>
                </a:solidFill>
                <a:latin typeface="Arial"/>
                <a:ea typeface="Arial"/>
                <a:cs typeface="Arial"/>
              </a:defRPr>
            </a:defPPr>
          </a:lstStyle>
          <a:p xmlns:a="http://schemas.openxmlformats.org/drawingml/2006/main">
            <a:pPr>
              <a:defRPr sz="1125" b="0">
                <a:solidFill>
                  <a:srgbClr val="657784"/>
                </a:solidFill>
                <a:latin typeface="Arial"/>
                <a:ea typeface="Arial"/>
                <a:cs typeface="Arial"/>
              </a:defRPr>
            </a:pPr>
            <a:r>
              <a:rPr sz="1125" b="0">
                <a:solidFill>
                  <a:srgbClr val="657784"/>
                </a:solidFill>
                <a:latin typeface="Arial"/>
                <a:ea typeface="Arial"/>
                <a:cs typeface="Arial"/>
              </a:rPr>
              <a:t>3</a:t>
            </a:r>
          </a:p>
        </p:txBody>
      </p:sp>
    </p:spTree>
    <p:extLst>
      <p:ext uri="{BB962C8B-B14F-4D97-AF65-F5344CB8AC3E}">
        <p14:creationId xmlns:p14="http://schemas.microsoft.com/office/powerpoint/2010/main" val="211035244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B690638-C188-473B-AF36-E4883BF7CDDF}"/>
              </a:ext>
            </a:extLst>
          </p:cNvPr>
          <p:cNvSpPr>
            <a:spLocks xmlns:a="http://schemas.openxmlformats.org/drawingml/2006/main" noGrp="1"/>
          </p:cNvSpPr>
          <p:nvPr/>
        </p:nvSpPr>
        <p:spPr>
          <a:xfrm xmlns:a="http://schemas.openxmlformats.org/drawingml/2006/main">
            <a:off x="685800" y="5715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450" b="1">
                <a:solidFill>
                  <a:srgbClr val="142C3D"/>
                </a:solidFill>
                <a:latin typeface="Arial"/>
                <a:ea typeface="Arial"/>
                <a:cs typeface="Arial"/>
              </a:defRPr>
            </a:defPPr>
          </a:lstStyle>
          <a:p xmlns:a="http://schemas.openxmlformats.org/drawingml/2006/main">
            <a:pPr>
              <a:defRPr sz="3450" b="1">
                <a:solidFill>
                  <a:srgbClr val="142C3D"/>
                </a:solidFill>
                <a:latin typeface="Arial"/>
                <a:ea typeface="Arial"/>
                <a:cs typeface="Arial"/>
              </a:defRPr>
            </a:pPr>
            <a:r>
              <a:rPr sz="3450" b="1">
                <a:solidFill>
                  <a:srgbClr val="142C3D"/>
                </a:solidFill>
                <a:latin typeface="Arial"/>
                <a:ea typeface="Arial"/>
                <a:cs typeface="Arial"/>
              </a:rPr>
              <a:t>Employee inputs and AI inputs</a:t>
            </a:r>
          </a:p>
        </p:txBody>
      </p:sp>
      <p:sp>
        <p:nvSpPr>
          <p:cNvPr id="2" name="">
            <a:extLst xmlns:a="http://schemas.openxmlformats.org/drawingml/2006/main">
              <a:ext uri="{FF2B5EF4-FFF2-40B4-BE49-F238E27FC236}">
                <a16:creationId xmlns:a16="http://schemas.microsoft.com/office/drawing/2014/main" id="{F6E6068F-DA61-409D-AA0C-0D36798BCD39}"/>
              </a:ext>
            </a:extLst>
          </p:cNvPr>
          <p:cNvSpPr>
            <a:spLocks xmlns:a="http://schemas.openxmlformats.org/drawingml/2006/main" noGrp="1"/>
          </p:cNvSpPr>
          <p:nvPr/>
        </p:nvSpPr>
        <p:spPr>
          <a:xfrm xmlns:a="http://schemas.openxmlformats.org/drawingml/2006/main">
            <a:off x="685800" y="1828800"/>
            <a:ext cx="2857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1">
                <a:solidFill>
                  <a:srgbClr val="285D75"/>
                </a:solidFill>
                <a:latin typeface="Arial"/>
                <a:ea typeface="Arial"/>
                <a:cs typeface="Arial"/>
              </a:defRPr>
            </a:defPPr>
          </a:lstStyle>
          <a:p xmlns:a="http://schemas.openxmlformats.org/drawingml/2006/main">
            <a:pPr>
              <a:defRPr sz="1950" b="1">
                <a:solidFill>
                  <a:srgbClr val="285D75"/>
                </a:solidFill>
                <a:latin typeface="Arial"/>
                <a:ea typeface="Arial"/>
                <a:cs typeface="Arial"/>
              </a:defRPr>
            </a:pPr>
            <a:r>
              <a:rPr sz="1950" b="1">
                <a:solidFill>
                  <a:srgbClr val="285D75"/>
                </a:solidFill>
                <a:latin typeface="Arial"/>
                <a:ea typeface="Arial"/>
                <a:cs typeface="Arial"/>
              </a:rPr>
              <a:t>Employee form</a:t>
            </a:r>
          </a:p>
        </p:txBody>
      </p:sp>
      <p:sp>
        <p:nvSpPr>
          <p:cNvPr id="3" name="">
            <a:extLst xmlns:a="http://schemas.openxmlformats.org/drawingml/2006/main">
              <a:ext uri="{FF2B5EF4-FFF2-40B4-BE49-F238E27FC236}">
                <a16:creationId xmlns:a16="http://schemas.microsoft.com/office/drawing/2014/main" id="{0C1A9E0E-0058-4C37-8F3D-27549756E568}"/>
              </a:ext>
            </a:extLst>
          </p:cNvPr>
          <p:cNvSpPr>
            <a:spLocks xmlns:a="http://schemas.openxmlformats.org/drawingml/2006/main" noGrp="1"/>
          </p:cNvSpPr>
          <p:nvPr/>
        </p:nvSpPr>
        <p:spPr>
          <a:xfrm xmlns:a="http://schemas.openxmlformats.org/drawingml/2006/main">
            <a:off x="3905250" y="1828800"/>
            <a:ext cx="7524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025" b="0">
                <a:solidFill>
                  <a:srgbClr val="1E3040"/>
                </a:solidFill>
                <a:latin typeface="Arial"/>
                <a:ea typeface="Arial"/>
                <a:cs typeface="Arial"/>
              </a:defRPr>
            </a:defPPr>
          </a:lstStyle>
          <a:p xmlns:a="http://schemas.openxmlformats.org/drawingml/2006/main">
            <a:pPr>
              <a:defRPr sz="2025" b="0">
                <a:solidFill>
                  <a:srgbClr val="1E3040"/>
                </a:solidFill>
                <a:latin typeface="Arial"/>
                <a:ea typeface="Arial"/>
                <a:cs typeface="Arial"/>
              </a:defRPr>
            </a:pPr>
            <a:r>
              <a:rPr sz="2025" b="0">
                <a:solidFill>
                  <a:srgbClr val="1E3040"/>
                </a:solidFill>
                <a:latin typeface="Arial"/>
                <a:ea typeface="Arial"/>
                <a:cs typeface="Arial"/>
              </a:rPr>
              <a:t>Building, rooms, material descriptions, sample IDs, quantities, condition and planned work.</a:t>
            </a:r>
          </a:p>
        </p:txBody>
      </p:sp>
      <p:sp>
        <p:nvSpPr>
          <p:cNvPr id="4" name="">
            <a:extLst xmlns:a="http://schemas.openxmlformats.org/drawingml/2006/main">
              <a:ext uri="{FF2B5EF4-FFF2-40B4-BE49-F238E27FC236}">
                <a16:creationId xmlns:a16="http://schemas.microsoft.com/office/drawing/2014/main" id="{7BB58FD3-C32F-4FA9-9BE6-761F77F0F3B2}"/>
              </a:ext>
            </a:extLst>
          </p:cNvPr>
          <p:cNvSpPr>
            <a:spLocks xmlns:a="http://schemas.openxmlformats.org/drawingml/2006/main" noGrp="1"/>
          </p:cNvSpPr>
          <p:nvPr/>
        </p:nvSpPr>
        <p:spPr>
          <a:xfrm xmlns:a="http://schemas.openxmlformats.org/drawingml/2006/main">
            <a:off x="685800" y="2828925"/>
            <a:ext cx="2857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1">
                <a:solidFill>
                  <a:srgbClr val="285D75"/>
                </a:solidFill>
                <a:latin typeface="Arial"/>
                <a:ea typeface="Arial"/>
                <a:cs typeface="Arial"/>
              </a:defRPr>
            </a:defPPr>
          </a:lstStyle>
          <a:p xmlns:a="http://schemas.openxmlformats.org/drawingml/2006/main">
            <a:pPr>
              <a:defRPr sz="1950" b="1">
                <a:solidFill>
                  <a:srgbClr val="285D75"/>
                </a:solidFill>
                <a:latin typeface="Arial"/>
                <a:ea typeface="Arial"/>
                <a:cs typeface="Arial"/>
              </a:defRPr>
            </a:pPr>
            <a:r>
              <a:rPr sz="1950" b="1">
                <a:solidFill>
                  <a:srgbClr val="285D75"/>
                </a:solidFill>
                <a:latin typeface="Arial"/>
                <a:ea typeface="Arial"/>
                <a:cs typeface="Arial"/>
              </a:rPr>
              <a:t>Lab PDFs</a:t>
            </a:r>
          </a:p>
        </p:txBody>
      </p:sp>
      <p:sp>
        <p:nvSpPr>
          <p:cNvPr id="5" name="">
            <a:extLst xmlns:a="http://schemas.openxmlformats.org/drawingml/2006/main">
              <a:ext uri="{FF2B5EF4-FFF2-40B4-BE49-F238E27FC236}">
                <a16:creationId xmlns:a16="http://schemas.microsoft.com/office/drawing/2014/main" id="{79BED92D-2520-41B1-89A6-C3EA53331B88}"/>
              </a:ext>
            </a:extLst>
          </p:cNvPr>
          <p:cNvSpPr>
            <a:spLocks xmlns:a="http://schemas.openxmlformats.org/drawingml/2006/main" noGrp="1"/>
          </p:cNvSpPr>
          <p:nvPr/>
        </p:nvSpPr>
        <p:spPr>
          <a:xfrm xmlns:a="http://schemas.openxmlformats.org/drawingml/2006/main">
            <a:off x="3905250" y="2828925"/>
            <a:ext cx="7524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025" b="0">
                <a:solidFill>
                  <a:srgbClr val="1E3040"/>
                </a:solidFill>
                <a:latin typeface="Arial"/>
                <a:ea typeface="Arial"/>
                <a:cs typeface="Arial"/>
              </a:defRPr>
            </a:defPPr>
          </a:lstStyle>
          <a:p xmlns:a="http://schemas.openxmlformats.org/drawingml/2006/main">
            <a:pPr>
              <a:defRPr sz="2025" b="0">
                <a:solidFill>
                  <a:srgbClr val="1E3040"/>
                </a:solidFill>
                <a:latin typeface="Arial"/>
                <a:ea typeface="Arial"/>
                <a:cs typeface="Arial"/>
              </a:defRPr>
            </a:pPr>
            <a:r>
              <a:rPr sz="2025" b="0">
                <a:solidFill>
                  <a:srgbClr val="1E3040"/>
                </a:solidFill>
                <a:latin typeface="Arial"/>
                <a:ea typeface="Arial"/>
                <a:cs typeface="Arial"/>
              </a:rPr>
              <a:t>AI extracts sample IDs, layers, result labels, reported types and percentages.</a:t>
            </a:r>
          </a:p>
        </p:txBody>
      </p:sp>
      <p:sp>
        <p:nvSpPr>
          <p:cNvPr id="6" name="">
            <a:extLst xmlns:a="http://schemas.openxmlformats.org/drawingml/2006/main">
              <a:ext uri="{FF2B5EF4-FFF2-40B4-BE49-F238E27FC236}">
                <a16:creationId xmlns:a16="http://schemas.microsoft.com/office/drawing/2014/main" id="{9BBCA375-40A8-4A49-BA1A-38DE8CFBF1E6}"/>
              </a:ext>
            </a:extLst>
          </p:cNvPr>
          <p:cNvSpPr>
            <a:spLocks xmlns:a="http://schemas.openxmlformats.org/drawingml/2006/main" noGrp="1"/>
          </p:cNvSpPr>
          <p:nvPr/>
        </p:nvSpPr>
        <p:spPr>
          <a:xfrm xmlns:a="http://schemas.openxmlformats.org/drawingml/2006/main">
            <a:off x="685800" y="3829050"/>
            <a:ext cx="2857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1">
                <a:solidFill>
                  <a:srgbClr val="285D75"/>
                </a:solidFill>
                <a:latin typeface="Arial"/>
                <a:ea typeface="Arial"/>
                <a:cs typeface="Arial"/>
              </a:defRPr>
            </a:defPPr>
          </a:lstStyle>
          <a:p xmlns:a="http://schemas.openxmlformats.org/drawingml/2006/main">
            <a:pPr>
              <a:defRPr sz="1950" b="1">
                <a:solidFill>
                  <a:srgbClr val="285D75"/>
                </a:solidFill>
                <a:latin typeface="Arial"/>
                <a:ea typeface="Arial"/>
                <a:cs typeface="Arial"/>
              </a:defRPr>
            </a:pPr>
            <a:r>
              <a:rPr sz="1950" b="1">
                <a:solidFill>
                  <a:srgbClr val="285D75"/>
                </a:solidFill>
                <a:latin typeface="Arial"/>
                <a:ea typeface="Arial"/>
                <a:cs typeface="Arial"/>
              </a:rPr>
              <a:t>Exercise rules</a:t>
            </a:r>
          </a:p>
        </p:txBody>
      </p:sp>
      <p:sp>
        <p:nvSpPr>
          <p:cNvPr id="7" name="">
            <a:extLst xmlns:a="http://schemas.openxmlformats.org/drawingml/2006/main">
              <a:ext uri="{FF2B5EF4-FFF2-40B4-BE49-F238E27FC236}">
                <a16:creationId xmlns:a16="http://schemas.microsoft.com/office/drawing/2014/main" id="{E979B650-1E6C-4281-902B-A28E5B8BDEC2}"/>
              </a:ext>
            </a:extLst>
          </p:cNvPr>
          <p:cNvSpPr>
            <a:spLocks xmlns:a="http://schemas.openxmlformats.org/drawingml/2006/main" noGrp="1"/>
          </p:cNvSpPr>
          <p:nvPr/>
        </p:nvSpPr>
        <p:spPr>
          <a:xfrm xmlns:a="http://schemas.openxmlformats.org/drawingml/2006/main">
            <a:off x="3905250" y="3829050"/>
            <a:ext cx="7524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025" b="0">
                <a:solidFill>
                  <a:srgbClr val="1E3040"/>
                </a:solidFill>
                <a:latin typeface="Arial"/>
                <a:ea typeface="Arial"/>
                <a:cs typeface="Arial"/>
              </a:defRPr>
            </a:defPPr>
          </a:lstStyle>
          <a:p xmlns:a="http://schemas.openxmlformats.org/drawingml/2006/main">
            <a:pPr>
              <a:defRPr sz="2025" b="0">
                <a:solidFill>
                  <a:srgbClr val="1E3040"/>
                </a:solidFill>
                <a:latin typeface="Arial"/>
                <a:ea typeface="Arial"/>
                <a:cs typeface="Arial"/>
              </a:defRPr>
            </a:pPr>
            <a:r>
              <a:rPr sz="2025" b="0">
                <a:solidFill>
                  <a:srgbClr val="1E3040"/>
                </a:solidFill>
                <a:latin typeface="Arial"/>
                <a:ea typeface="Arial"/>
                <a:cs typeface="Arial"/>
              </a:rPr>
              <a:t>The app uses the supplied review categories and fictional prices.</a:t>
            </a:r>
          </a:p>
        </p:txBody>
      </p:sp>
      <p:sp>
        <p:nvSpPr>
          <p:cNvPr id="8" name="">
            <a:extLst xmlns:a="http://schemas.openxmlformats.org/drawingml/2006/main">
              <a:ext uri="{FF2B5EF4-FFF2-40B4-BE49-F238E27FC236}">
                <a16:creationId xmlns:a16="http://schemas.microsoft.com/office/drawing/2014/main" id="{3CE62FEE-1974-4AB5-BA61-BD12CDEE617A}"/>
              </a:ext>
            </a:extLst>
          </p:cNvPr>
          <p:cNvSpPr>
            <a:spLocks xmlns:a="http://schemas.openxmlformats.org/drawingml/2006/main" noGrp="1"/>
          </p:cNvSpPr>
          <p:nvPr/>
        </p:nvSpPr>
        <p:spPr>
          <a:xfrm xmlns:a="http://schemas.openxmlformats.org/drawingml/2006/main">
            <a:off x="685800" y="4829175"/>
            <a:ext cx="2857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1">
                <a:solidFill>
                  <a:srgbClr val="285D75"/>
                </a:solidFill>
                <a:latin typeface="Arial"/>
                <a:ea typeface="Arial"/>
                <a:cs typeface="Arial"/>
              </a:defRPr>
            </a:defPPr>
          </a:lstStyle>
          <a:p xmlns:a="http://schemas.openxmlformats.org/drawingml/2006/main">
            <a:pPr>
              <a:defRPr sz="1950" b="1">
                <a:solidFill>
                  <a:srgbClr val="285D75"/>
                </a:solidFill>
                <a:latin typeface="Arial"/>
                <a:ea typeface="Arial"/>
                <a:cs typeface="Arial"/>
              </a:defRPr>
            </a:pPr>
            <a:r>
              <a:rPr sz="1950" b="1">
                <a:solidFill>
                  <a:srgbClr val="285D75"/>
                </a:solidFill>
                <a:latin typeface="Arial"/>
                <a:ea typeface="Arial"/>
                <a:cs typeface="Arial"/>
              </a:rPr>
              <a:t>Word model</a:t>
            </a:r>
          </a:p>
        </p:txBody>
      </p:sp>
      <p:sp>
        <p:nvSpPr>
          <p:cNvPr id="9" name="">
            <a:extLst xmlns:a="http://schemas.openxmlformats.org/drawingml/2006/main">
              <a:ext uri="{FF2B5EF4-FFF2-40B4-BE49-F238E27FC236}">
                <a16:creationId xmlns:a16="http://schemas.microsoft.com/office/drawing/2014/main" id="{D8002459-E3D8-496E-83B0-37EF020B8E05}"/>
              </a:ext>
            </a:extLst>
          </p:cNvPr>
          <p:cNvSpPr>
            <a:spLocks xmlns:a="http://schemas.openxmlformats.org/drawingml/2006/main" noGrp="1"/>
          </p:cNvSpPr>
          <p:nvPr/>
        </p:nvSpPr>
        <p:spPr>
          <a:xfrm xmlns:a="http://schemas.openxmlformats.org/drawingml/2006/main">
            <a:off x="3905250" y="4829175"/>
            <a:ext cx="7524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025" b="0">
                <a:solidFill>
                  <a:srgbClr val="1E3040"/>
                </a:solidFill>
                <a:latin typeface="Arial"/>
                <a:ea typeface="Arial"/>
                <a:cs typeface="Arial"/>
              </a:defRPr>
            </a:defPPr>
          </a:lstStyle>
          <a:p xmlns:a="http://schemas.openxmlformats.org/drawingml/2006/main">
            <a:pPr>
              <a:defRPr sz="2025" b="0">
                <a:solidFill>
                  <a:srgbClr val="1E3040"/>
                </a:solidFill>
                <a:latin typeface="Arial"/>
                <a:ea typeface="Arial"/>
                <a:cs typeface="Arial"/>
              </a:defRPr>
            </a:pPr>
            <a:r>
              <a:rPr sz="2025" b="0">
                <a:solidFill>
                  <a:srgbClr val="1E3040"/>
                </a:solidFill>
                <a:latin typeface="Arial"/>
                <a:ea typeface="Arial"/>
                <a:cs typeface="Arial"/>
              </a:rPr>
              <a:t>The generated report follows the supplied editable master structure.</a:t>
            </a:r>
          </a:p>
        </p:txBody>
      </p:sp>
      <p:sp>
        <p:nvSpPr>
          <p:cNvPr id="10" name="">
            <a:extLst xmlns:a="http://schemas.openxmlformats.org/drawingml/2006/main">
              <a:ext uri="{FF2B5EF4-FFF2-40B4-BE49-F238E27FC236}">
                <a16:creationId xmlns:a16="http://schemas.microsoft.com/office/drawing/2014/main" id="{AF8DCE37-D3C1-4DB5-9CF9-B75871E83A62}"/>
              </a:ext>
            </a:extLst>
          </p:cNvPr>
          <p:cNvSpPr>
            <a:spLocks xmlns:a="http://schemas.openxmlformats.org/drawingml/2006/main" noGrp="1"/>
          </p:cNvSpPr>
          <p:nvPr/>
        </p:nvSpPr>
        <p:spPr>
          <a:xfrm xmlns:a="http://schemas.openxmlformats.org/drawingml/2006/main">
            <a:off x="685800" y="6419850"/>
            <a:ext cx="1028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125" b="0">
                <a:solidFill>
                  <a:srgbClr val="657784"/>
                </a:solidFill>
                <a:latin typeface="Arial"/>
                <a:ea typeface="Arial"/>
                <a:cs typeface="Arial"/>
              </a:defRPr>
            </a:defPPr>
          </a:lstStyle>
          <a:p xmlns:a="http://schemas.openxmlformats.org/drawingml/2006/main">
            <a:pPr>
              <a:defRPr sz="1125" b="0">
                <a:solidFill>
                  <a:srgbClr val="657784"/>
                </a:solidFill>
                <a:latin typeface="Arial"/>
                <a:ea typeface="Arial"/>
                <a:cs typeface="Arial"/>
              </a:defRPr>
            </a:pPr>
            <a:r>
              <a:rPr sz="1125" b="0">
                <a:solidFill>
                  <a:srgbClr val="657784"/>
                </a:solidFill>
                <a:latin typeface="Arial"/>
                <a:ea typeface="Arial"/>
                <a:cs typeface="Arial"/>
              </a:rPr>
              <a:t>Fictional exercise. Detailed candidate brief defines the requirements.</a:t>
            </a:r>
          </a:p>
        </p:txBody>
      </p:sp>
      <p:sp>
        <p:nvSpPr>
          <p:cNvPr id="11" name="">
            <a:extLst xmlns:a="http://schemas.openxmlformats.org/drawingml/2006/main">
              <a:ext uri="{FF2B5EF4-FFF2-40B4-BE49-F238E27FC236}">
                <a16:creationId xmlns:a16="http://schemas.microsoft.com/office/drawing/2014/main" id="{8BACD471-87F3-47BF-8ACE-D5422DBF15CA}"/>
              </a:ext>
            </a:extLst>
          </p:cNvPr>
          <p:cNvSpPr>
            <a:spLocks xmlns:a="http://schemas.openxmlformats.org/drawingml/2006/main" noGrp="1"/>
          </p:cNvSpPr>
          <p:nvPr/>
        </p:nvSpPr>
        <p:spPr>
          <a:xfrm xmlns:a="http://schemas.openxmlformats.org/drawingml/2006/main">
            <a:off x="11334750" y="641985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125" b="0">
                <a:solidFill>
                  <a:srgbClr val="657784"/>
                </a:solidFill>
                <a:latin typeface="Arial"/>
                <a:ea typeface="Arial"/>
                <a:cs typeface="Arial"/>
              </a:defRPr>
            </a:defPPr>
          </a:lstStyle>
          <a:p xmlns:a="http://schemas.openxmlformats.org/drawingml/2006/main">
            <a:pPr>
              <a:defRPr sz="1125" b="0">
                <a:solidFill>
                  <a:srgbClr val="657784"/>
                </a:solidFill>
                <a:latin typeface="Arial"/>
                <a:ea typeface="Arial"/>
                <a:cs typeface="Arial"/>
              </a:defRPr>
            </a:pPr>
            <a:r>
              <a:rPr sz="1125" b="0">
                <a:solidFill>
                  <a:srgbClr val="657784"/>
                </a:solidFill>
                <a:latin typeface="Arial"/>
                <a:ea typeface="Arial"/>
                <a:cs typeface="Arial"/>
              </a:rPr>
              <a:t>4</a:t>
            </a:r>
          </a:p>
        </p:txBody>
      </p:sp>
    </p:spTree>
    <p:extLst>
      <p:ext uri="{BB962C8B-B14F-4D97-AF65-F5344CB8AC3E}">
        <p14:creationId xmlns:p14="http://schemas.microsoft.com/office/powerpoint/2010/main" val="146303658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7C70A95-CAC0-403D-BEC4-F72E4EBA9E92}"/>
              </a:ext>
            </a:extLst>
          </p:cNvPr>
          <p:cNvSpPr>
            <a:spLocks xmlns:a="http://schemas.openxmlformats.org/drawingml/2006/main" noGrp="1"/>
          </p:cNvSpPr>
          <p:nvPr/>
        </p:nvSpPr>
        <p:spPr>
          <a:xfrm xmlns:a="http://schemas.openxmlformats.org/drawingml/2006/main">
            <a:off x="685800" y="5715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450" b="1">
                <a:solidFill>
                  <a:srgbClr val="142C3D"/>
                </a:solidFill>
                <a:latin typeface="Arial"/>
                <a:ea typeface="Arial"/>
                <a:cs typeface="Arial"/>
              </a:defRPr>
            </a:defPPr>
          </a:lstStyle>
          <a:p xmlns:a="http://schemas.openxmlformats.org/drawingml/2006/main">
            <a:pPr>
              <a:defRPr sz="3450" b="1">
                <a:solidFill>
                  <a:srgbClr val="142C3D"/>
                </a:solidFill>
                <a:latin typeface="Arial"/>
                <a:ea typeface="Arial"/>
                <a:cs typeface="Arial"/>
              </a:defRPr>
            </a:pPr>
            <a:r>
              <a:rPr sz="3450" b="1">
                <a:solidFill>
                  <a:srgbClr val="142C3D"/>
                </a:solidFill>
                <a:latin typeface="Arial"/>
                <a:ea typeface="Arial"/>
                <a:cs typeface="Arial"/>
              </a:rPr>
              <a:t>The required employee journey</a:t>
            </a:r>
          </a:p>
        </p:txBody>
      </p:sp>
      <p:sp>
        <p:nvSpPr>
          <p:cNvPr id="2" name="">
            <a:extLst xmlns:a="http://schemas.openxmlformats.org/drawingml/2006/main">
              <a:ext uri="{FF2B5EF4-FFF2-40B4-BE49-F238E27FC236}">
                <a16:creationId xmlns:a16="http://schemas.microsoft.com/office/drawing/2014/main" id="{B665408B-4C22-43E2-AC1F-23C97F25E062}"/>
              </a:ext>
            </a:extLst>
          </p:cNvPr>
          <p:cNvSpPr>
            <a:spLocks xmlns:a="http://schemas.openxmlformats.org/drawingml/2006/main" noGrp="1"/>
          </p:cNvSpPr>
          <p:nvPr/>
        </p:nvSpPr>
        <p:spPr>
          <a:xfrm xmlns:a="http://schemas.openxmlformats.org/drawingml/2006/main">
            <a:off x="685800" y="1828800"/>
            <a:ext cx="2857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1">
                <a:solidFill>
                  <a:srgbClr val="285D75"/>
                </a:solidFill>
                <a:latin typeface="Arial"/>
                <a:ea typeface="Arial"/>
                <a:cs typeface="Arial"/>
              </a:defRPr>
            </a:defPPr>
          </a:lstStyle>
          <a:p xmlns:a="http://schemas.openxmlformats.org/drawingml/2006/main">
            <a:pPr>
              <a:defRPr sz="1950" b="1">
                <a:solidFill>
                  <a:srgbClr val="285D75"/>
                </a:solidFill>
                <a:latin typeface="Arial"/>
                <a:ea typeface="Arial"/>
                <a:cs typeface="Arial"/>
              </a:defRPr>
            </a:pPr>
            <a:r>
              <a:rPr sz="1950" b="1">
                <a:solidFill>
                  <a:srgbClr val="285D75"/>
                </a:solidFill>
                <a:latin typeface="Arial"/>
                <a:ea typeface="Arial"/>
                <a:cs typeface="Arial"/>
              </a:rPr>
              <a:t>1  Enter and save</a:t>
            </a:r>
          </a:p>
        </p:txBody>
      </p:sp>
      <p:sp>
        <p:nvSpPr>
          <p:cNvPr id="3" name="">
            <a:extLst xmlns:a="http://schemas.openxmlformats.org/drawingml/2006/main">
              <a:ext uri="{FF2B5EF4-FFF2-40B4-BE49-F238E27FC236}">
                <a16:creationId xmlns:a16="http://schemas.microsoft.com/office/drawing/2014/main" id="{C913B09A-7503-49E0-A5BD-9E4D38EF2CBF}"/>
              </a:ext>
            </a:extLst>
          </p:cNvPr>
          <p:cNvSpPr>
            <a:spLocks xmlns:a="http://schemas.openxmlformats.org/drawingml/2006/main" noGrp="1"/>
          </p:cNvSpPr>
          <p:nvPr/>
        </p:nvSpPr>
        <p:spPr>
          <a:xfrm xmlns:a="http://schemas.openxmlformats.org/drawingml/2006/main">
            <a:off x="3905250" y="1828800"/>
            <a:ext cx="7524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025" b="0">
                <a:solidFill>
                  <a:srgbClr val="1E3040"/>
                </a:solidFill>
                <a:latin typeface="Arial"/>
                <a:ea typeface="Arial"/>
                <a:cs typeface="Arial"/>
              </a:defRPr>
            </a:defPPr>
          </a:lstStyle>
          <a:p xmlns:a="http://schemas.openxmlformats.org/drawingml/2006/main">
            <a:pPr>
              <a:defRPr sz="2025" b="0">
                <a:solidFill>
                  <a:srgbClr val="1E3040"/>
                </a:solidFill>
                <a:latin typeface="Arial"/>
                <a:ea typeface="Arial"/>
                <a:cs typeface="Arial"/>
              </a:defRPr>
            </a:pPr>
            <a:r>
              <a:rPr sz="2025" b="0">
                <a:solidFill>
                  <a:srgbClr val="1E3040"/>
                </a:solidFill>
                <a:latin typeface="Arial"/>
                <a:ea typeface="Arial"/>
                <a:cs typeface="Arial"/>
              </a:rPr>
              <a:t>Create the project and material register. Reopen it after a reload.</a:t>
            </a:r>
          </a:p>
        </p:txBody>
      </p:sp>
      <p:sp>
        <p:nvSpPr>
          <p:cNvPr id="4" name="">
            <a:extLst xmlns:a="http://schemas.openxmlformats.org/drawingml/2006/main">
              <a:ext uri="{FF2B5EF4-FFF2-40B4-BE49-F238E27FC236}">
                <a16:creationId xmlns:a16="http://schemas.microsoft.com/office/drawing/2014/main" id="{AB9F2D6F-EE16-4DF6-90DD-A630501BBC12}"/>
              </a:ext>
            </a:extLst>
          </p:cNvPr>
          <p:cNvSpPr>
            <a:spLocks xmlns:a="http://schemas.openxmlformats.org/drawingml/2006/main" noGrp="1"/>
          </p:cNvSpPr>
          <p:nvPr/>
        </p:nvSpPr>
        <p:spPr>
          <a:xfrm xmlns:a="http://schemas.openxmlformats.org/drawingml/2006/main">
            <a:off x="685800" y="2828925"/>
            <a:ext cx="2857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1">
                <a:solidFill>
                  <a:srgbClr val="285D75"/>
                </a:solidFill>
                <a:latin typeface="Arial"/>
                <a:ea typeface="Arial"/>
                <a:cs typeface="Arial"/>
              </a:defRPr>
            </a:defPPr>
          </a:lstStyle>
          <a:p xmlns:a="http://schemas.openxmlformats.org/drawingml/2006/main">
            <a:pPr>
              <a:defRPr sz="1950" b="1">
                <a:solidFill>
                  <a:srgbClr val="285D75"/>
                </a:solidFill>
                <a:latin typeface="Arial"/>
                <a:ea typeface="Arial"/>
                <a:cs typeface="Arial"/>
              </a:defRPr>
            </a:pPr>
            <a:r>
              <a:rPr sz="1950" b="1">
                <a:solidFill>
                  <a:srgbClr val="285D75"/>
                </a:solidFill>
                <a:latin typeface="Arial"/>
                <a:ea typeface="Arial"/>
                <a:cs typeface="Arial"/>
              </a:rPr>
              <a:t>2  Upload and review</a:t>
            </a:r>
          </a:p>
        </p:txBody>
      </p:sp>
      <p:sp>
        <p:nvSpPr>
          <p:cNvPr id="5" name="">
            <a:extLst xmlns:a="http://schemas.openxmlformats.org/drawingml/2006/main">
              <a:ext uri="{FF2B5EF4-FFF2-40B4-BE49-F238E27FC236}">
                <a16:creationId xmlns:a16="http://schemas.microsoft.com/office/drawing/2014/main" id="{3B8B6147-E5D7-4090-B905-BA056ADE1511}"/>
              </a:ext>
            </a:extLst>
          </p:cNvPr>
          <p:cNvSpPr>
            <a:spLocks xmlns:a="http://schemas.openxmlformats.org/drawingml/2006/main" noGrp="1"/>
          </p:cNvSpPr>
          <p:nvPr/>
        </p:nvSpPr>
        <p:spPr>
          <a:xfrm xmlns:a="http://schemas.openxmlformats.org/drawingml/2006/main">
            <a:off x="3905250" y="2828925"/>
            <a:ext cx="7524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025" b="0">
                <a:solidFill>
                  <a:srgbClr val="1E3040"/>
                </a:solidFill>
                <a:latin typeface="Arial"/>
                <a:ea typeface="Arial"/>
                <a:cs typeface="Arial"/>
              </a:defRPr>
            </a:defPPr>
          </a:lstStyle>
          <a:p xmlns:a="http://schemas.openxmlformats.org/drawingml/2006/main">
            <a:pPr>
              <a:defRPr sz="2025" b="0">
                <a:solidFill>
                  <a:srgbClr val="1E3040"/>
                </a:solidFill>
                <a:latin typeface="Arial"/>
                <a:ea typeface="Arial"/>
                <a:cs typeface="Arial"/>
              </a:defRPr>
            </a:pPr>
            <a:r>
              <a:rPr sz="2025" b="0">
                <a:solidFill>
                  <a:srgbClr val="1E3040"/>
                </a:solidFill>
                <a:latin typeface="Arial"/>
                <a:ea typeface="Arial"/>
                <a:cs typeface="Arial"/>
              </a:rPr>
              <a:t>Analyze the three lab PDFs. Show evidence and allow corrections.</a:t>
            </a:r>
          </a:p>
        </p:txBody>
      </p:sp>
      <p:sp>
        <p:nvSpPr>
          <p:cNvPr id="6" name="">
            <a:extLst xmlns:a="http://schemas.openxmlformats.org/drawingml/2006/main">
              <a:ext uri="{FF2B5EF4-FFF2-40B4-BE49-F238E27FC236}">
                <a16:creationId xmlns:a16="http://schemas.microsoft.com/office/drawing/2014/main" id="{EA088F7C-BB6D-42F3-8805-FA5B4D65A183}"/>
              </a:ext>
            </a:extLst>
          </p:cNvPr>
          <p:cNvSpPr>
            <a:spLocks xmlns:a="http://schemas.openxmlformats.org/drawingml/2006/main" noGrp="1"/>
          </p:cNvSpPr>
          <p:nvPr/>
        </p:nvSpPr>
        <p:spPr>
          <a:xfrm xmlns:a="http://schemas.openxmlformats.org/drawingml/2006/main">
            <a:off x="685800" y="3829050"/>
            <a:ext cx="2857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1">
                <a:solidFill>
                  <a:srgbClr val="285D75"/>
                </a:solidFill>
                <a:latin typeface="Arial"/>
                <a:ea typeface="Arial"/>
                <a:cs typeface="Arial"/>
              </a:defRPr>
            </a:defPPr>
          </a:lstStyle>
          <a:p xmlns:a="http://schemas.openxmlformats.org/drawingml/2006/main">
            <a:pPr>
              <a:defRPr sz="1950" b="1">
                <a:solidFill>
                  <a:srgbClr val="285D75"/>
                </a:solidFill>
                <a:latin typeface="Arial"/>
                <a:ea typeface="Arial"/>
                <a:cs typeface="Arial"/>
              </a:defRPr>
            </a:pPr>
            <a:r>
              <a:rPr sz="1950" b="1">
                <a:solidFill>
                  <a:srgbClr val="285D75"/>
                </a:solidFill>
                <a:latin typeface="Arial"/>
                <a:ea typeface="Arial"/>
                <a:cs typeface="Arial"/>
              </a:rPr>
              <a:t>3  Generate and edit</a:t>
            </a:r>
          </a:p>
        </p:txBody>
      </p:sp>
      <p:sp>
        <p:nvSpPr>
          <p:cNvPr id="7" name="">
            <a:extLst xmlns:a="http://schemas.openxmlformats.org/drawingml/2006/main">
              <a:ext uri="{FF2B5EF4-FFF2-40B4-BE49-F238E27FC236}">
                <a16:creationId xmlns:a16="http://schemas.microsoft.com/office/drawing/2014/main" id="{EAB0A9AC-9ACF-46EC-8FD8-64AA79DDC5B2}"/>
              </a:ext>
            </a:extLst>
          </p:cNvPr>
          <p:cNvSpPr>
            <a:spLocks xmlns:a="http://schemas.openxmlformats.org/drawingml/2006/main" noGrp="1"/>
          </p:cNvSpPr>
          <p:nvPr/>
        </p:nvSpPr>
        <p:spPr>
          <a:xfrm xmlns:a="http://schemas.openxmlformats.org/drawingml/2006/main">
            <a:off x="3905250" y="3829050"/>
            <a:ext cx="7524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025" b="0">
                <a:solidFill>
                  <a:srgbClr val="1E3040"/>
                </a:solidFill>
                <a:latin typeface="Arial"/>
                <a:ea typeface="Arial"/>
                <a:cs typeface="Arial"/>
              </a:defRPr>
            </a:defPPr>
          </a:lstStyle>
          <a:p xmlns:a="http://schemas.openxmlformats.org/drawingml/2006/main">
            <a:pPr>
              <a:defRPr sz="2025" b="0">
                <a:solidFill>
                  <a:srgbClr val="1E3040"/>
                </a:solidFill>
                <a:latin typeface="Arial"/>
                <a:ea typeface="Arial"/>
                <a:cs typeface="Arial"/>
              </a:defRPr>
            </a:pPr>
            <a:r>
              <a:rPr sz="2025" b="0">
                <a:solidFill>
                  <a:srgbClr val="1E3040"/>
                </a:solidFill>
                <a:latin typeface="Arial"/>
                <a:ea typeface="Arial"/>
                <a:cs typeface="Arial"/>
              </a:rPr>
              <a:t>Match results, calculate costs and draft the report for review.</a:t>
            </a:r>
          </a:p>
        </p:txBody>
      </p:sp>
      <p:sp>
        <p:nvSpPr>
          <p:cNvPr id="8" name="">
            <a:extLst xmlns:a="http://schemas.openxmlformats.org/drawingml/2006/main">
              <a:ext uri="{FF2B5EF4-FFF2-40B4-BE49-F238E27FC236}">
                <a16:creationId xmlns:a16="http://schemas.microsoft.com/office/drawing/2014/main" id="{60059A74-4264-4821-BD21-0B4B3D452F65}"/>
              </a:ext>
            </a:extLst>
          </p:cNvPr>
          <p:cNvSpPr>
            <a:spLocks xmlns:a="http://schemas.openxmlformats.org/drawingml/2006/main" noGrp="1"/>
          </p:cNvSpPr>
          <p:nvPr/>
        </p:nvSpPr>
        <p:spPr>
          <a:xfrm xmlns:a="http://schemas.openxmlformats.org/drawingml/2006/main">
            <a:off x="685800" y="4829175"/>
            <a:ext cx="2857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1">
                <a:solidFill>
                  <a:srgbClr val="285D75"/>
                </a:solidFill>
                <a:latin typeface="Arial"/>
                <a:ea typeface="Arial"/>
                <a:cs typeface="Arial"/>
              </a:defRPr>
            </a:defPPr>
          </a:lstStyle>
          <a:p xmlns:a="http://schemas.openxmlformats.org/drawingml/2006/main">
            <a:pPr>
              <a:defRPr sz="1950" b="1">
                <a:solidFill>
                  <a:srgbClr val="285D75"/>
                </a:solidFill>
                <a:latin typeface="Arial"/>
                <a:ea typeface="Arial"/>
                <a:cs typeface="Arial"/>
              </a:defRPr>
            </a:pPr>
            <a:r>
              <a:rPr sz="1950" b="1">
                <a:solidFill>
                  <a:srgbClr val="285D75"/>
                </a:solidFill>
                <a:latin typeface="Arial"/>
                <a:ea typeface="Arial"/>
                <a:cs typeface="Arial"/>
              </a:rPr>
              <a:t>4  Preview and download</a:t>
            </a:r>
          </a:p>
        </p:txBody>
      </p:sp>
      <p:sp>
        <p:nvSpPr>
          <p:cNvPr id="9" name="">
            <a:extLst xmlns:a="http://schemas.openxmlformats.org/drawingml/2006/main">
              <a:ext uri="{FF2B5EF4-FFF2-40B4-BE49-F238E27FC236}">
                <a16:creationId xmlns:a16="http://schemas.microsoft.com/office/drawing/2014/main" id="{A12EF290-CBE7-49BA-BE8D-78C32A2BE370}"/>
              </a:ext>
            </a:extLst>
          </p:cNvPr>
          <p:cNvSpPr>
            <a:spLocks xmlns:a="http://schemas.openxmlformats.org/drawingml/2006/main" noGrp="1"/>
          </p:cNvSpPr>
          <p:nvPr/>
        </p:nvSpPr>
        <p:spPr>
          <a:xfrm xmlns:a="http://schemas.openxmlformats.org/drawingml/2006/main">
            <a:off x="3905250" y="4829175"/>
            <a:ext cx="7524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025" b="0">
                <a:solidFill>
                  <a:srgbClr val="1E3040"/>
                </a:solidFill>
                <a:latin typeface="Arial"/>
                <a:ea typeface="Arial"/>
                <a:cs typeface="Arial"/>
              </a:defRPr>
            </a:defPPr>
          </a:lstStyle>
          <a:p xmlns:a="http://schemas.openxmlformats.org/drawingml/2006/main">
            <a:pPr>
              <a:defRPr sz="2025" b="0">
                <a:solidFill>
                  <a:srgbClr val="1E3040"/>
                </a:solidFill>
                <a:latin typeface="Arial"/>
                <a:ea typeface="Arial"/>
                <a:cs typeface="Arial"/>
              </a:defRPr>
            </a:pPr>
            <a:r>
              <a:rPr sz="2025" b="0">
                <a:solidFill>
                  <a:srgbClr val="1E3040"/>
                </a:solidFill>
                <a:latin typeface="Arial"/>
                <a:ea typeface="Arial"/>
                <a:cs typeface="Arial"/>
              </a:rPr>
              <a:t>Display the report PDF and download matching Word and PDF files.</a:t>
            </a:r>
          </a:p>
        </p:txBody>
      </p:sp>
      <p:sp>
        <p:nvSpPr>
          <p:cNvPr id="10" name="">
            <a:extLst xmlns:a="http://schemas.openxmlformats.org/drawingml/2006/main">
              <a:ext uri="{FF2B5EF4-FFF2-40B4-BE49-F238E27FC236}">
                <a16:creationId xmlns:a16="http://schemas.microsoft.com/office/drawing/2014/main" id="{8AFB1DCF-3F3E-4483-AF88-8D68C84AD80C}"/>
              </a:ext>
            </a:extLst>
          </p:cNvPr>
          <p:cNvSpPr>
            <a:spLocks xmlns:a="http://schemas.openxmlformats.org/drawingml/2006/main" noGrp="1"/>
          </p:cNvSpPr>
          <p:nvPr/>
        </p:nvSpPr>
        <p:spPr>
          <a:xfrm xmlns:a="http://schemas.openxmlformats.org/drawingml/2006/main">
            <a:off x="685800" y="6419850"/>
            <a:ext cx="1028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125" b="0">
                <a:solidFill>
                  <a:srgbClr val="657784"/>
                </a:solidFill>
                <a:latin typeface="Arial"/>
                <a:ea typeface="Arial"/>
                <a:cs typeface="Arial"/>
              </a:defRPr>
            </a:defPPr>
          </a:lstStyle>
          <a:p xmlns:a="http://schemas.openxmlformats.org/drawingml/2006/main">
            <a:pPr>
              <a:defRPr sz="1125" b="0">
                <a:solidFill>
                  <a:srgbClr val="657784"/>
                </a:solidFill>
                <a:latin typeface="Arial"/>
                <a:ea typeface="Arial"/>
                <a:cs typeface="Arial"/>
              </a:defRPr>
            </a:pPr>
            <a:r>
              <a:rPr sz="1125" b="0">
                <a:solidFill>
                  <a:srgbClr val="657784"/>
                </a:solidFill>
                <a:latin typeface="Arial"/>
                <a:ea typeface="Arial"/>
                <a:cs typeface="Arial"/>
              </a:rPr>
              <a:t>Fictional exercise. Detailed candidate brief defines the requirements.</a:t>
            </a:r>
          </a:p>
        </p:txBody>
      </p:sp>
      <p:sp>
        <p:nvSpPr>
          <p:cNvPr id="11" name="">
            <a:extLst xmlns:a="http://schemas.openxmlformats.org/drawingml/2006/main">
              <a:ext uri="{FF2B5EF4-FFF2-40B4-BE49-F238E27FC236}">
                <a16:creationId xmlns:a16="http://schemas.microsoft.com/office/drawing/2014/main" id="{55F86226-24D9-46EE-B9F7-66822C75F89D}"/>
              </a:ext>
            </a:extLst>
          </p:cNvPr>
          <p:cNvSpPr>
            <a:spLocks xmlns:a="http://schemas.openxmlformats.org/drawingml/2006/main" noGrp="1"/>
          </p:cNvSpPr>
          <p:nvPr/>
        </p:nvSpPr>
        <p:spPr>
          <a:xfrm xmlns:a="http://schemas.openxmlformats.org/drawingml/2006/main">
            <a:off x="11334750" y="641985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125" b="0">
                <a:solidFill>
                  <a:srgbClr val="657784"/>
                </a:solidFill>
                <a:latin typeface="Arial"/>
                <a:ea typeface="Arial"/>
                <a:cs typeface="Arial"/>
              </a:defRPr>
            </a:defPPr>
          </a:lstStyle>
          <a:p xmlns:a="http://schemas.openxmlformats.org/drawingml/2006/main">
            <a:pPr>
              <a:defRPr sz="1125" b="0">
                <a:solidFill>
                  <a:srgbClr val="657784"/>
                </a:solidFill>
                <a:latin typeface="Arial"/>
                <a:ea typeface="Arial"/>
                <a:cs typeface="Arial"/>
              </a:defRPr>
            </a:pPr>
            <a:r>
              <a:rPr sz="1125" b="0">
                <a:solidFill>
                  <a:srgbClr val="657784"/>
                </a:solidFill>
                <a:latin typeface="Arial"/>
                <a:ea typeface="Arial"/>
                <a:cs typeface="Arial"/>
              </a:rPr>
              <a:t>5</a:t>
            </a:r>
          </a:p>
        </p:txBody>
      </p:sp>
    </p:spTree>
    <p:extLst>
      <p:ext uri="{BB962C8B-B14F-4D97-AF65-F5344CB8AC3E}">
        <p14:creationId xmlns:p14="http://schemas.microsoft.com/office/powerpoint/2010/main" val="201399466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24A9186-5D82-4504-9997-56B7D2E4ECFF}"/>
              </a:ext>
            </a:extLst>
          </p:cNvPr>
          <p:cNvSpPr>
            <a:spLocks xmlns:a="http://schemas.openxmlformats.org/drawingml/2006/main" noGrp="1"/>
          </p:cNvSpPr>
          <p:nvPr/>
        </p:nvSpPr>
        <p:spPr>
          <a:xfrm xmlns:a="http://schemas.openxmlformats.org/drawingml/2006/main">
            <a:off x="685800" y="5715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450" b="1">
                <a:solidFill>
                  <a:srgbClr val="142C3D"/>
                </a:solidFill>
                <a:latin typeface="Arial"/>
                <a:ea typeface="Arial"/>
                <a:cs typeface="Arial"/>
              </a:defRPr>
            </a:defPPr>
          </a:lstStyle>
          <a:p xmlns:a="http://schemas.openxmlformats.org/drawingml/2006/main">
            <a:pPr>
              <a:defRPr sz="3450" b="1">
                <a:solidFill>
                  <a:srgbClr val="142C3D"/>
                </a:solidFill>
                <a:latin typeface="Arial"/>
                <a:ea typeface="Arial"/>
                <a:cs typeface="Arial"/>
              </a:defRPr>
            </a:pPr>
            <a:r>
              <a:rPr sz="3450" b="1">
                <a:solidFill>
                  <a:srgbClr val="142C3D"/>
                </a:solidFill>
                <a:latin typeface="Arial"/>
                <a:ea typeface="Arial"/>
                <a:cs typeface="Arial"/>
              </a:rPr>
              <a:t>AI extraction with evidence</a:t>
            </a:r>
          </a:p>
        </p:txBody>
      </p:sp>
      <p:sp>
        <p:nvSpPr>
          <p:cNvPr id="2" name="">
            <a:extLst xmlns:a="http://schemas.openxmlformats.org/drawingml/2006/main">
              <a:ext uri="{FF2B5EF4-FFF2-40B4-BE49-F238E27FC236}">
                <a16:creationId xmlns:a16="http://schemas.microsoft.com/office/drawing/2014/main" id="{29D8BBF8-9718-4B2F-B937-B803A131B322}"/>
              </a:ext>
            </a:extLst>
          </p:cNvPr>
          <p:cNvSpPr>
            <a:spLocks xmlns:a="http://schemas.openxmlformats.org/drawingml/2006/main" noGrp="1"/>
          </p:cNvSpPr>
          <p:nvPr/>
        </p:nvSpPr>
        <p:spPr>
          <a:xfrm xmlns:a="http://schemas.openxmlformats.org/drawingml/2006/main">
            <a:off x="685800" y="1828800"/>
            <a:ext cx="2857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1">
                <a:solidFill>
                  <a:srgbClr val="285D75"/>
                </a:solidFill>
                <a:latin typeface="Arial"/>
                <a:ea typeface="Arial"/>
                <a:cs typeface="Arial"/>
              </a:defRPr>
            </a:defPPr>
          </a:lstStyle>
          <a:p xmlns:a="http://schemas.openxmlformats.org/drawingml/2006/main">
            <a:pPr>
              <a:defRPr sz="1950" b="1">
                <a:solidFill>
                  <a:srgbClr val="285D75"/>
                </a:solidFill>
                <a:latin typeface="Arial"/>
                <a:ea typeface="Arial"/>
                <a:cs typeface="Arial"/>
              </a:defRPr>
            </a:pPr>
            <a:r>
              <a:rPr sz="1950" b="1">
                <a:solidFill>
                  <a:srgbClr val="285D75"/>
                </a:solidFill>
                <a:latin typeface="Arial"/>
                <a:ea typeface="Arial"/>
                <a:cs typeface="Arial"/>
              </a:rPr>
              <a:t>Structured fields</a:t>
            </a:r>
          </a:p>
        </p:txBody>
      </p:sp>
      <p:sp>
        <p:nvSpPr>
          <p:cNvPr id="3" name="">
            <a:extLst xmlns:a="http://schemas.openxmlformats.org/drawingml/2006/main">
              <a:ext uri="{FF2B5EF4-FFF2-40B4-BE49-F238E27FC236}">
                <a16:creationId xmlns:a16="http://schemas.microsoft.com/office/drawing/2014/main" id="{1C06556B-BDCD-497D-A9A8-67E090760211}"/>
              </a:ext>
            </a:extLst>
          </p:cNvPr>
          <p:cNvSpPr>
            <a:spLocks xmlns:a="http://schemas.openxmlformats.org/drawingml/2006/main" noGrp="1"/>
          </p:cNvSpPr>
          <p:nvPr/>
        </p:nvSpPr>
        <p:spPr>
          <a:xfrm xmlns:a="http://schemas.openxmlformats.org/drawingml/2006/main">
            <a:off x="3905250" y="1828800"/>
            <a:ext cx="7524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025" b="0">
                <a:solidFill>
                  <a:srgbClr val="1E3040"/>
                </a:solidFill>
                <a:latin typeface="Arial"/>
                <a:ea typeface="Arial"/>
                <a:cs typeface="Arial"/>
              </a:defRPr>
            </a:defPPr>
          </a:lstStyle>
          <a:p xmlns:a="http://schemas.openxmlformats.org/drawingml/2006/main">
            <a:pPr>
              <a:defRPr sz="2025" b="0">
                <a:solidFill>
                  <a:srgbClr val="1E3040"/>
                </a:solidFill>
                <a:latin typeface="Arial"/>
                <a:ea typeface="Arial"/>
                <a:cs typeface="Arial"/>
              </a:defRPr>
            </a:pPr>
            <a:r>
              <a:rPr sz="2025" b="0">
                <a:solidFill>
                  <a:srgbClr val="1E3040"/>
                </a:solidFill>
                <a:latin typeface="Arial"/>
                <a:ea typeface="Arial"/>
                <a:cs typeface="Arial"/>
              </a:rPr>
              <a:t>Sample ID, layer, result, type, percentage and source page.</a:t>
            </a:r>
          </a:p>
        </p:txBody>
      </p:sp>
      <p:sp>
        <p:nvSpPr>
          <p:cNvPr id="4" name="">
            <a:extLst xmlns:a="http://schemas.openxmlformats.org/drawingml/2006/main">
              <a:ext uri="{FF2B5EF4-FFF2-40B4-BE49-F238E27FC236}">
                <a16:creationId xmlns:a16="http://schemas.microsoft.com/office/drawing/2014/main" id="{E5040610-1A1C-4412-91AB-8B290630F381}"/>
              </a:ext>
            </a:extLst>
          </p:cNvPr>
          <p:cNvSpPr>
            <a:spLocks xmlns:a="http://schemas.openxmlformats.org/drawingml/2006/main" noGrp="1"/>
          </p:cNvSpPr>
          <p:nvPr/>
        </p:nvSpPr>
        <p:spPr>
          <a:xfrm xmlns:a="http://schemas.openxmlformats.org/drawingml/2006/main">
            <a:off x="685800" y="2828925"/>
            <a:ext cx="2857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1">
                <a:solidFill>
                  <a:srgbClr val="285D75"/>
                </a:solidFill>
                <a:latin typeface="Arial"/>
                <a:ea typeface="Arial"/>
                <a:cs typeface="Arial"/>
              </a:defRPr>
            </a:defPPr>
          </a:lstStyle>
          <a:p xmlns:a="http://schemas.openxmlformats.org/drawingml/2006/main">
            <a:pPr>
              <a:defRPr sz="1950" b="1">
                <a:solidFill>
                  <a:srgbClr val="285D75"/>
                </a:solidFill>
                <a:latin typeface="Arial"/>
                <a:ea typeface="Arial"/>
                <a:cs typeface="Arial"/>
              </a:defRPr>
            </a:pPr>
            <a:r>
              <a:rPr sz="1950" b="1">
                <a:solidFill>
                  <a:srgbClr val="285D75"/>
                </a:solidFill>
                <a:latin typeface="Arial"/>
                <a:ea typeface="Arial"/>
                <a:cs typeface="Arial"/>
              </a:rPr>
              <a:t>Visible source</a:t>
            </a:r>
          </a:p>
        </p:txBody>
      </p:sp>
      <p:sp>
        <p:nvSpPr>
          <p:cNvPr id="5" name="">
            <a:extLst xmlns:a="http://schemas.openxmlformats.org/drawingml/2006/main">
              <a:ext uri="{FF2B5EF4-FFF2-40B4-BE49-F238E27FC236}">
                <a16:creationId xmlns:a16="http://schemas.microsoft.com/office/drawing/2014/main" id="{712CCB15-1962-40E8-9E15-F7CB09C58233}"/>
              </a:ext>
            </a:extLst>
          </p:cNvPr>
          <p:cNvSpPr>
            <a:spLocks xmlns:a="http://schemas.openxmlformats.org/drawingml/2006/main" noGrp="1"/>
          </p:cNvSpPr>
          <p:nvPr/>
        </p:nvSpPr>
        <p:spPr>
          <a:xfrm xmlns:a="http://schemas.openxmlformats.org/drawingml/2006/main">
            <a:off x="3905250" y="2828925"/>
            <a:ext cx="7524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025" b="0">
                <a:solidFill>
                  <a:srgbClr val="1E3040"/>
                </a:solidFill>
                <a:latin typeface="Arial"/>
                <a:ea typeface="Arial"/>
                <a:cs typeface="Arial"/>
              </a:defRPr>
            </a:defPPr>
          </a:lstStyle>
          <a:p xmlns:a="http://schemas.openxmlformats.org/drawingml/2006/main">
            <a:pPr>
              <a:defRPr sz="2025" b="0">
                <a:solidFill>
                  <a:srgbClr val="1E3040"/>
                </a:solidFill>
                <a:latin typeface="Arial"/>
                <a:ea typeface="Arial"/>
                <a:cs typeface="Arial"/>
              </a:defRPr>
            </a:pPr>
            <a:r>
              <a:rPr sz="2025" b="0">
                <a:solidFill>
                  <a:srgbClr val="1E3040"/>
                </a:solidFill>
                <a:latin typeface="Arial"/>
                <a:ea typeface="Arial"/>
                <a:cs typeface="Arial"/>
              </a:rPr>
              <a:t>Show the PDF file, page and supporting text beside the extracted value.</a:t>
            </a:r>
          </a:p>
        </p:txBody>
      </p:sp>
      <p:sp>
        <p:nvSpPr>
          <p:cNvPr id="6" name="">
            <a:extLst xmlns:a="http://schemas.openxmlformats.org/drawingml/2006/main">
              <a:ext uri="{FF2B5EF4-FFF2-40B4-BE49-F238E27FC236}">
                <a16:creationId xmlns:a16="http://schemas.microsoft.com/office/drawing/2014/main" id="{7C6B65C6-AA35-4241-8B41-2DA471DA8CDB}"/>
              </a:ext>
            </a:extLst>
          </p:cNvPr>
          <p:cNvSpPr>
            <a:spLocks xmlns:a="http://schemas.openxmlformats.org/drawingml/2006/main" noGrp="1"/>
          </p:cNvSpPr>
          <p:nvPr/>
        </p:nvSpPr>
        <p:spPr>
          <a:xfrm xmlns:a="http://schemas.openxmlformats.org/drawingml/2006/main">
            <a:off x="685800" y="3829050"/>
            <a:ext cx="2857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1">
                <a:solidFill>
                  <a:srgbClr val="285D75"/>
                </a:solidFill>
                <a:latin typeface="Arial"/>
                <a:ea typeface="Arial"/>
                <a:cs typeface="Arial"/>
              </a:defRPr>
            </a:defPPr>
          </a:lstStyle>
          <a:p xmlns:a="http://schemas.openxmlformats.org/drawingml/2006/main">
            <a:pPr>
              <a:defRPr sz="1950" b="1">
                <a:solidFill>
                  <a:srgbClr val="285D75"/>
                </a:solidFill>
                <a:latin typeface="Arial"/>
                <a:ea typeface="Arial"/>
                <a:cs typeface="Arial"/>
              </a:defRPr>
            </a:pPr>
            <a:r>
              <a:rPr sz="1950" b="1">
                <a:solidFill>
                  <a:srgbClr val="285D75"/>
                </a:solidFill>
                <a:latin typeface="Arial"/>
                <a:ea typeface="Arial"/>
                <a:cs typeface="Arial"/>
              </a:rPr>
              <a:t>Employee corrections</a:t>
            </a:r>
          </a:p>
        </p:txBody>
      </p:sp>
      <p:sp>
        <p:nvSpPr>
          <p:cNvPr id="7" name="">
            <a:extLst xmlns:a="http://schemas.openxmlformats.org/drawingml/2006/main">
              <a:ext uri="{FF2B5EF4-FFF2-40B4-BE49-F238E27FC236}">
                <a16:creationId xmlns:a16="http://schemas.microsoft.com/office/drawing/2014/main" id="{9392C2D7-3648-4C94-BDCE-E25825A665B7}"/>
              </a:ext>
            </a:extLst>
          </p:cNvPr>
          <p:cNvSpPr>
            <a:spLocks xmlns:a="http://schemas.openxmlformats.org/drawingml/2006/main" noGrp="1"/>
          </p:cNvSpPr>
          <p:nvPr/>
        </p:nvSpPr>
        <p:spPr>
          <a:xfrm xmlns:a="http://schemas.openxmlformats.org/drawingml/2006/main">
            <a:off x="3905250" y="3829050"/>
            <a:ext cx="7524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025" b="0">
                <a:solidFill>
                  <a:srgbClr val="1E3040"/>
                </a:solidFill>
                <a:latin typeface="Arial"/>
                <a:ea typeface="Arial"/>
                <a:cs typeface="Arial"/>
              </a:defRPr>
            </a:defPPr>
          </a:lstStyle>
          <a:p xmlns:a="http://schemas.openxmlformats.org/drawingml/2006/main">
            <a:pPr>
              <a:defRPr sz="2025" b="0">
                <a:solidFill>
                  <a:srgbClr val="1E3040"/>
                </a:solidFill>
                <a:latin typeface="Arial"/>
                <a:ea typeface="Arial"/>
                <a:cs typeface="Arial"/>
              </a:defRPr>
            </a:pPr>
            <a:r>
              <a:rPr sz="2025" b="0">
                <a:solidFill>
                  <a:srgbClr val="1E3040"/>
                </a:solidFill>
                <a:latin typeface="Arial"/>
                <a:ea typeface="Arial"/>
                <a:cs typeface="Arial"/>
              </a:rPr>
              <a:t>Let the employee fix a value before accepting it.</a:t>
            </a:r>
          </a:p>
        </p:txBody>
      </p:sp>
      <p:sp>
        <p:nvSpPr>
          <p:cNvPr id="8" name="">
            <a:extLst xmlns:a="http://schemas.openxmlformats.org/drawingml/2006/main">
              <a:ext uri="{FF2B5EF4-FFF2-40B4-BE49-F238E27FC236}">
                <a16:creationId xmlns:a16="http://schemas.microsoft.com/office/drawing/2014/main" id="{249E1CD7-7705-4B6C-BDFB-1EBA1C059304}"/>
              </a:ext>
            </a:extLst>
          </p:cNvPr>
          <p:cNvSpPr>
            <a:spLocks xmlns:a="http://schemas.openxmlformats.org/drawingml/2006/main" noGrp="1"/>
          </p:cNvSpPr>
          <p:nvPr/>
        </p:nvSpPr>
        <p:spPr>
          <a:xfrm xmlns:a="http://schemas.openxmlformats.org/drawingml/2006/main">
            <a:off x="685800" y="4829175"/>
            <a:ext cx="2857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1">
                <a:solidFill>
                  <a:srgbClr val="285D75"/>
                </a:solidFill>
                <a:latin typeface="Arial"/>
                <a:ea typeface="Arial"/>
                <a:cs typeface="Arial"/>
              </a:defRPr>
            </a:defPPr>
          </a:lstStyle>
          <a:p xmlns:a="http://schemas.openxmlformats.org/drawingml/2006/main">
            <a:pPr>
              <a:defRPr sz="1950" b="1">
                <a:solidFill>
                  <a:srgbClr val="285D75"/>
                </a:solidFill>
                <a:latin typeface="Arial"/>
                <a:ea typeface="Arial"/>
                <a:cs typeface="Arial"/>
              </a:defRPr>
            </a:pPr>
            <a:r>
              <a:rPr sz="1950" b="1">
                <a:solidFill>
                  <a:srgbClr val="285D75"/>
                </a:solidFill>
                <a:latin typeface="Arial"/>
                <a:ea typeface="Arial"/>
                <a:cs typeface="Arial"/>
              </a:rPr>
              <a:t>Visible uncertainty</a:t>
            </a:r>
          </a:p>
        </p:txBody>
      </p:sp>
      <p:sp>
        <p:nvSpPr>
          <p:cNvPr id="9" name="">
            <a:extLst xmlns:a="http://schemas.openxmlformats.org/drawingml/2006/main">
              <a:ext uri="{FF2B5EF4-FFF2-40B4-BE49-F238E27FC236}">
                <a16:creationId xmlns:a16="http://schemas.microsoft.com/office/drawing/2014/main" id="{DE10D487-24F9-400B-B970-988EC491D963}"/>
              </a:ext>
            </a:extLst>
          </p:cNvPr>
          <p:cNvSpPr>
            <a:spLocks xmlns:a="http://schemas.openxmlformats.org/drawingml/2006/main" noGrp="1"/>
          </p:cNvSpPr>
          <p:nvPr/>
        </p:nvSpPr>
        <p:spPr>
          <a:xfrm xmlns:a="http://schemas.openxmlformats.org/drawingml/2006/main">
            <a:off x="3905250" y="4829175"/>
            <a:ext cx="7524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025" b="0">
                <a:solidFill>
                  <a:srgbClr val="1E3040"/>
                </a:solidFill>
                <a:latin typeface="Arial"/>
                <a:ea typeface="Arial"/>
                <a:cs typeface="Arial"/>
              </a:defRPr>
            </a:defPPr>
          </a:lstStyle>
          <a:p xmlns:a="http://schemas.openxmlformats.org/drawingml/2006/main">
            <a:pPr>
              <a:defRPr sz="2025" b="0">
                <a:solidFill>
                  <a:srgbClr val="1E3040"/>
                </a:solidFill>
                <a:latin typeface="Arial"/>
                <a:ea typeface="Arial"/>
                <a:cs typeface="Arial"/>
              </a:defRPr>
            </a:pPr>
            <a:r>
              <a:rPr sz="2025" b="0">
                <a:solidFill>
                  <a:srgbClr val="1E3040"/>
                </a:solidFill>
                <a:latin typeface="Arial"/>
                <a:ea typeface="Arial"/>
                <a:cs typeface="Arial"/>
              </a:rPr>
              <a:t>Flag unmatched IDs, conflicts and extraction failures for review.</a:t>
            </a:r>
          </a:p>
        </p:txBody>
      </p:sp>
      <p:sp>
        <p:nvSpPr>
          <p:cNvPr id="10" name="">
            <a:extLst xmlns:a="http://schemas.openxmlformats.org/drawingml/2006/main">
              <a:ext uri="{FF2B5EF4-FFF2-40B4-BE49-F238E27FC236}">
                <a16:creationId xmlns:a16="http://schemas.microsoft.com/office/drawing/2014/main" id="{2B5A0283-5180-4C82-938B-C21E93BD5C46}"/>
              </a:ext>
            </a:extLst>
          </p:cNvPr>
          <p:cNvSpPr>
            <a:spLocks xmlns:a="http://schemas.openxmlformats.org/drawingml/2006/main" noGrp="1"/>
          </p:cNvSpPr>
          <p:nvPr/>
        </p:nvSpPr>
        <p:spPr>
          <a:xfrm xmlns:a="http://schemas.openxmlformats.org/drawingml/2006/main">
            <a:off x="685800" y="6419850"/>
            <a:ext cx="1028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125" b="0">
                <a:solidFill>
                  <a:srgbClr val="657784"/>
                </a:solidFill>
                <a:latin typeface="Arial"/>
                <a:ea typeface="Arial"/>
                <a:cs typeface="Arial"/>
              </a:defRPr>
            </a:defPPr>
          </a:lstStyle>
          <a:p xmlns:a="http://schemas.openxmlformats.org/drawingml/2006/main">
            <a:pPr>
              <a:defRPr sz="1125" b="0">
                <a:solidFill>
                  <a:srgbClr val="657784"/>
                </a:solidFill>
                <a:latin typeface="Arial"/>
                <a:ea typeface="Arial"/>
                <a:cs typeface="Arial"/>
              </a:defRPr>
            </a:pPr>
            <a:r>
              <a:rPr sz="1125" b="0">
                <a:solidFill>
                  <a:srgbClr val="657784"/>
                </a:solidFill>
                <a:latin typeface="Arial"/>
                <a:ea typeface="Arial"/>
                <a:cs typeface="Arial"/>
              </a:rPr>
              <a:t>Fictional exercise. Detailed candidate brief defines the requirements.</a:t>
            </a:r>
          </a:p>
        </p:txBody>
      </p:sp>
      <p:sp>
        <p:nvSpPr>
          <p:cNvPr id="11" name="">
            <a:extLst xmlns:a="http://schemas.openxmlformats.org/drawingml/2006/main">
              <a:ext uri="{FF2B5EF4-FFF2-40B4-BE49-F238E27FC236}">
                <a16:creationId xmlns:a16="http://schemas.microsoft.com/office/drawing/2014/main" id="{3BEC869A-EBD4-4054-BDE8-8F8AA12D2150}"/>
              </a:ext>
            </a:extLst>
          </p:cNvPr>
          <p:cNvSpPr>
            <a:spLocks xmlns:a="http://schemas.openxmlformats.org/drawingml/2006/main" noGrp="1"/>
          </p:cNvSpPr>
          <p:nvPr/>
        </p:nvSpPr>
        <p:spPr>
          <a:xfrm xmlns:a="http://schemas.openxmlformats.org/drawingml/2006/main">
            <a:off x="11334750" y="641985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125" b="0">
                <a:solidFill>
                  <a:srgbClr val="657784"/>
                </a:solidFill>
                <a:latin typeface="Arial"/>
                <a:ea typeface="Arial"/>
                <a:cs typeface="Arial"/>
              </a:defRPr>
            </a:defPPr>
          </a:lstStyle>
          <a:p xmlns:a="http://schemas.openxmlformats.org/drawingml/2006/main">
            <a:pPr>
              <a:defRPr sz="1125" b="0">
                <a:solidFill>
                  <a:srgbClr val="657784"/>
                </a:solidFill>
                <a:latin typeface="Arial"/>
                <a:ea typeface="Arial"/>
                <a:cs typeface="Arial"/>
              </a:defRPr>
            </a:pPr>
            <a:r>
              <a:rPr sz="1125" b="0">
                <a:solidFill>
                  <a:srgbClr val="657784"/>
                </a:solidFill>
                <a:latin typeface="Arial"/>
                <a:ea typeface="Arial"/>
                <a:cs typeface="Arial"/>
              </a:rPr>
              <a:t>6</a:t>
            </a:r>
          </a:p>
        </p:txBody>
      </p:sp>
    </p:spTree>
    <p:extLst>
      <p:ext uri="{BB962C8B-B14F-4D97-AF65-F5344CB8AC3E}">
        <p14:creationId xmlns:p14="http://schemas.microsoft.com/office/powerpoint/2010/main" val="56643279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BE5268A-CC2D-4AB7-8642-BC72C23842F6}"/>
              </a:ext>
            </a:extLst>
          </p:cNvPr>
          <p:cNvSpPr>
            <a:spLocks xmlns:a="http://schemas.openxmlformats.org/drawingml/2006/main" noGrp="1"/>
          </p:cNvSpPr>
          <p:nvPr/>
        </p:nvSpPr>
        <p:spPr>
          <a:xfrm xmlns:a="http://schemas.openxmlformats.org/drawingml/2006/main">
            <a:off x="685800" y="5715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450" b="1">
                <a:solidFill>
                  <a:srgbClr val="142C3D"/>
                </a:solidFill>
                <a:latin typeface="Arial"/>
                <a:ea typeface="Arial"/>
                <a:cs typeface="Arial"/>
              </a:defRPr>
            </a:defPPr>
          </a:lstStyle>
          <a:p xmlns:a="http://schemas.openxmlformats.org/drawingml/2006/main">
            <a:pPr>
              <a:defRPr sz="3450" b="1">
                <a:solidFill>
                  <a:srgbClr val="142C3D"/>
                </a:solidFill>
                <a:latin typeface="Arial"/>
                <a:ea typeface="Arial"/>
                <a:cs typeface="Arial"/>
              </a:defRPr>
            </a:pPr>
            <a:r>
              <a:rPr sz="3450" b="1">
                <a:solidFill>
                  <a:srgbClr val="142C3D"/>
                </a:solidFill>
                <a:latin typeface="Arial"/>
                <a:ea typeface="Arial"/>
                <a:cs typeface="Arial"/>
              </a:rPr>
              <a:t>Cases that test the matching logic</a:t>
            </a:r>
          </a:p>
        </p:txBody>
      </p:sp>
      <p:graphicFrame>
        <p:nvGraphicFramePr>
          <p:cNvPr id="2" name="">
            <a:extLst xmlns:a="http://schemas.openxmlformats.org/drawingml/2006/main">
              <a:ext uri="{FF2B5EF4-FFF2-40B4-BE49-F238E27FC236}">
                <a16:creationId xmlns:a16="http://schemas.microsoft.com/office/drawing/2014/main" id="{554FB4BB-C9A1-4432-9B11-CAEC573644BE}"/>
              </a:ext>
            </a:extLst>
          </p:cNvPr>
          <p:cNvGraphicFramePr/>
          <p:nvPr/>
        </p:nvGraphicFramePr>
        <p:xfrm>
          <a:off xmlns:a="http://schemas.openxmlformats.org/drawingml/2006/main" x="685800" y="1762125"/>
          <a:ext xmlns:a="http://schemas.openxmlformats.org/drawingml/2006/main" cx="10820400" cy="3905250"/>
        </p:xfrm>
        <a:graphic xmlns:a="http://schemas.openxmlformats.org/drawingml/2006/main">
          <a:graphicData uri="http://schemas.openxmlformats.org/drawingml/2006/table">
            <a:tbl>
              <a:tblPr/>
              <a:tblGrid>
                <a:gridCol w="2952750"/>
                <a:gridCol w="7867650"/>
              </a:tblGrid>
              <a:tr h="781050">
                <a:tc>
                  <a:txBody>
                    <a:bodyPr/>
                    <a:lstStyle/>
                    <a:p>
                      <a:r>
                        <a:rPr sz="1950" b="1">
                          <a:solidFill>
                            <a:srgbClr val="142C3D"/>
                          </a:solidFill>
                          <a:latin typeface="Arial"/>
                          <a:ea typeface="Arial"/>
                          <a:cs typeface="Arial"/>
                        </a:rPr>
                        <a:t>Case</a:t>
                      </a:r>
                    </a:p>
                  </a:txBody>
                  <a:tcPr marL="142875" marR="142875" marT="114300" marB="114300" anchor="ctr">
                    <a:lnL w="7620">
                      <a:solidFill>
                        <a:srgbClr val="D0DAE1"/>
                      </a:solidFill>
                      <a:prstDash val="solid"/>
                    </a:lnL>
                    <a:lnR w="7620">
                      <a:solidFill>
                        <a:srgbClr val="D0DAE1"/>
                      </a:solidFill>
                      <a:prstDash val="solid"/>
                    </a:lnR>
                    <a:lnT w="7620">
                      <a:solidFill>
                        <a:srgbClr val="D0DAE1"/>
                      </a:solidFill>
                      <a:prstDash val="solid"/>
                    </a:lnT>
                    <a:lnB w="7620">
                      <a:solidFill>
                        <a:srgbClr val="D0DAE1"/>
                      </a:solidFill>
                      <a:prstDash val="solid"/>
                    </a:lnB>
                    <a:solidFill>
                      <a:srgbClr val="EDF3F6"/>
                    </a:solidFill>
                  </a:tcPr>
                </a:tc>
                <a:tc>
                  <a:txBody>
                    <a:bodyPr/>
                    <a:lstStyle/>
                    <a:p>
                      <a:r>
                        <a:rPr sz="1950" b="1">
                          <a:solidFill>
                            <a:srgbClr val="142C3D"/>
                          </a:solidFill>
                          <a:latin typeface="Arial"/>
                          <a:ea typeface="Arial"/>
                          <a:cs typeface="Arial"/>
                        </a:rPr>
                        <a:t>Expected behavior</a:t>
                      </a:r>
                    </a:p>
                  </a:txBody>
                  <a:tcPr marL="142875" marR="142875" marT="114300" marB="114300" anchor="ctr">
                    <a:lnR w="7620">
                      <a:solidFill>
                        <a:srgbClr val="D0DAE1"/>
                      </a:solidFill>
                      <a:prstDash val="solid"/>
                    </a:lnR>
                    <a:lnT w="7620">
                      <a:solidFill>
                        <a:srgbClr val="D0DAE1"/>
                      </a:solidFill>
                      <a:prstDash val="solid"/>
                    </a:lnT>
                    <a:lnB w="7620">
                      <a:solidFill>
                        <a:srgbClr val="D0DAE1"/>
                      </a:solidFill>
                      <a:prstDash val="solid"/>
                    </a:lnB>
                    <a:solidFill>
                      <a:srgbClr val="EDF3F6"/>
                    </a:solidFill>
                  </a:tcPr>
                </a:tc>
              </a:tr>
              <a:tr h="781050">
                <a:tc>
                  <a:txBody>
                    <a:bodyPr/>
                    <a:lstStyle/>
                    <a:p>
                      <a:r>
                        <a:rPr sz="1950">
                          <a:solidFill>
                            <a:srgbClr val="1E3040"/>
                          </a:solidFill>
                          <a:latin typeface="Arial"/>
                          <a:ea typeface="Arial"/>
                          <a:cs typeface="Arial"/>
                        </a:rPr>
                        <a:t>S02 floor</a:t>
                      </a:r>
                    </a:p>
                  </a:txBody>
                  <a:tcPr marL="142875" marR="142875" marT="114300" marB="114300" anchor="ctr">
                    <a:lnL w="7620">
                      <a:solidFill>
                        <a:srgbClr val="D0DAE1"/>
                      </a:solidFill>
                      <a:prstDash val="solid"/>
                    </a:lnL>
                    <a:lnR w="7620">
                      <a:solidFill>
                        <a:srgbClr val="D0DAE1"/>
                      </a:solidFill>
                      <a:prstDash val="solid"/>
                    </a:lnR>
                    <a:lnB w="7620">
                      <a:solidFill>
                        <a:srgbClr val="D0DAE1"/>
                      </a:solidFill>
                      <a:prstDash val="solid"/>
                    </a:lnB>
                    <a:solidFill>
                      <a:srgbClr val="FFFFFF"/>
                    </a:solidFill>
                  </a:tcPr>
                </a:tc>
                <a:tc>
                  <a:txBody>
                    <a:bodyPr/>
                    <a:lstStyle/>
                    <a:p>
                      <a:r>
                        <a:rPr sz="1950">
                          <a:solidFill>
                            <a:srgbClr val="1E3040"/>
                          </a:solidFill>
                          <a:latin typeface="Arial"/>
                          <a:ea typeface="Arial"/>
                          <a:cs typeface="Arial"/>
                        </a:rPr>
                        <a:t>Tile not detected, adhesive detected. Keep both layers.</a:t>
                      </a:r>
                    </a:p>
                  </a:txBody>
                  <a:tcPr marL="142875" marR="142875" marT="114300" marB="114300" anchor="ctr">
                    <a:lnR w="7620">
                      <a:solidFill>
                        <a:srgbClr val="D0DAE1"/>
                      </a:solidFill>
                      <a:prstDash val="solid"/>
                    </a:lnR>
                    <a:lnB w="7620">
                      <a:solidFill>
                        <a:srgbClr val="D0DAE1"/>
                      </a:solidFill>
                      <a:prstDash val="solid"/>
                    </a:lnB>
                    <a:solidFill>
                      <a:srgbClr val="FFFFFF"/>
                    </a:solidFill>
                  </a:tcPr>
                </a:tc>
              </a:tr>
              <a:tr h="781050">
                <a:tc>
                  <a:txBody>
                    <a:bodyPr/>
                    <a:lstStyle/>
                    <a:p>
                      <a:r>
                        <a:rPr sz="1950">
                          <a:solidFill>
                            <a:srgbClr val="1E3040"/>
                          </a:solidFill>
                          <a:latin typeface="Arial"/>
                          <a:ea typeface="Arial"/>
                          <a:cs typeface="Arial"/>
                        </a:rPr>
                        <a:t>S03 and S07</a:t>
                      </a:r>
                    </a:p>
                  </a:txBody>
                  <a:tcPr marL="142875" marR="142875" marT="114300" marB="114300" anchor="ctr">
                    <a:lnL w="7620">
                      <a:solidFill>
                        <a:srgbClr val="D0DAE1"/>
                      </a:solidFill>
                      <a:prstDash val="solid"/>
                    </a:lnL>
                    <a:lnR w="7620">
                      <a:solidFill>
                        <a:srgbClr val="D0DAE1"/>
                      </a:solidFill>
                      <a:prstDash val="solid"/>
                    </a:lnR>
                    <a:lnB w="7620">
                      <a:solidFill>
                        <a:srgbClr val="D0DAE1"/>
                      </a:solidFill>
                      <a:prstDash val="solid"/>
                    </a:lnB>
                    <a:solidFill>
                      <a:srgbClr val="FFFFFF"/>
                    </a:solidFill>
                  </a:tcPr>
                </a:tc>
                <a:tc>
                  <a:txBody>
                    <a:bodyPr/>
                    <a:lstStyle/>
                    <a:p>
                      <a:r>
                        <a:rPr sz="1950">
                          <a:solidFill>
                            <a:srgbClr val="1E3040"/>
                          </a:solidFill>
                          <a:latin typeface="Arial"/>
                          <a:ea typeface="Arial"/>
                          <a:cs typeface="Arial"/>
                        </a:rPr>
                        <a:t>One ceiling zone. Charge its 140 square metres once.</a:t>
                      </a:r>
                    </a:p>
                  </a:txBody>
                  <a:tcPr marL="142875" marR="142875" marT="114300" marB="114300" anchor="ctr">
                    <a:lnR w="7620">
                      <a:solidFill>
                        <a:srgbClr val="D0DAE1"/>
                      </a:solidFill>
                      <a:prstDash val="solid"/>
                    </a:lnR>
                    <a:lnB w="7620">
                      <a:solidFill>
                        <a:srgbClr val="D0DAE1"/>
                      </a:solidFill>
                      <a:prstDash val="solid"/>
                    </a:lnB>
                    <a:solidFill>
                      <a:srgbClr val="FFFFFF"/>
                    </a:solidFill>
                  </a:tcPr>
                </a:tc>
              </a:tr>
              <a:tr h="781050">
                <a:tc>
                  <a:txBody>
                    <a:bodyPr/>
                    <a:lstStyle/>
                    <a:p>
                      <a:r>
                        <a:rPr sz="1950">
                          <a:solidFill>
                            <a:srgbClr val="1E3040"/>
                          </a:solidFill>
                          <a:latin typeface="Arial"/>
                          <a:ea typeface="Arial"/>
                          <a:cs typeface="Arial"/>
                        </a:rPr>
                        <a:t>S05 panel</a:t>
                      </a:r>
                    </a:p>
                  </a:txBody>
                  <a:tcPr marL="142875" marR="142875" marT="114300" marB="114300" anchor="ctr">
                    <a:lnL w="7620">
                      <a:solidFill>
                        <a:srgbClr val="D0DAE1"/>
                      </a:solidFill>
                      <a:prstDash val="solid"/>
                    </a:lnL>
                    <a:lnR w="7620">
                      <a:solidFill>
                        <a:srgbClr val="D0DAE1"/>
                      </a:solidFill>
                      <a:prstDash val="solid"/>
                    </a:lnR>
                    <a:lnB w="7620">
                      <a:solidFill>
                        <a:srgbClr val="D0DAE1"/>
                      </a:solidFill>
                      <a:prstDash val="solid"/>
                    </a:lnB>
                    <a:solidFill>
                      <a:srgbClr val="FFFFFF"/>
                    </a:solidFill>
                  </a:tcPr>
                </a:tc>
                <a:tc>
                  <a:txBody>
                    <a:bodyPr/>
                    <a:lstStyle/>
                    <a:p>
                      <a:r>
                        <a:rPr sz="1950">
                          <a:solidFill>
                            <a:srgbClr val="1E3040"/>
                          </a:solidFill>
                          <a:latin typeface="Arial"/>
                          <a:ea typeface="Arial"/>
                          <a:cs typeface="Arial"/>
                        </a:rPr>
                        <a:t>Detected, quantity unknown. Cost remains Not priced.</a:t>
                      </a:r>
                    </a:p>
                  </a:txBody>
                  <a:tcPr marL="142875" marR="142875" marT="114300" marB="114300" anchor="ctr">
                    <a:lnR w="7620">
                      <a:solidFill>
                        <a:srgbClr val="D0DAE1"/>
                      </a:solidFill>
                      <a:prstDash val="solid"/>
                    </a:lnR>
                    <a:lnB w="7620">
                      <a:solidFill>
                        <a:srgbClr val="D0DAE1"/>
                      </a:solidFill>
                      <a:prstDash val="solid"/>
                    </a:lnB>
                    <a:solidFill>
                      <a:srgbClr val="FFFFFF"/>
                    </a:solidFill>
                  </a:tcPr>
                </a:tc>
              </a:tr>
              <a:tr h="781050">
                <a:tc>
                  <a:txBody>
                    <a:bodyPr/>
                    <a:lstStyle/>
                    <a:p>
                      <a:r>
                        <a:rPr sz="1950">
                          <a:solidFill>
                            <a:srgbClr val="1E3040"/>
                          </a:solidFill>
                          <a:latin typeface="Arial"/>
                          <a:ea typeface="Arial"/>
                          <a:cs typeface="Arial"/>
                        </a:rPr>
                        <a:t>S06 and M07</a:t>
                      </a:r>
                    </a:p>
                  </a:txBody>
                  <a:tcPr marL="142875" marR="142875" marT="114300" marB="114300" anchor="ctr">
                    <a:lnL w="7620">
                      <a:solidFill>
                        <a:srgbClr val="D0DAE1"/>
                      </a:solidFill>
                      <a:prstDash val="solid"/>
                    </a:lnL>
                    <a:lnR w="7620">
                      <a:solidFill>
                        <a:srgbClr val="D0DAE1"/>
                      </a:solidFill>
                      <a:prstDash val="solid"/>
                    </a:lnR>
                    <a:lnB w="7620">
                      <a:solidFill>
                        <a:srgbClr val="D0DAE1"/>
                      </a:solidFill>
                      <a:prstDash val="solid"/>
                    </a:lnB>
                    <a:solidFill>
                      <a:srgbClr val="FFFFFF"/>
                    </a:solidFill>
                  </a:tcPr>
                </a:tc>
                <a:tc>
                  <a:txBody>
                    <a:bodyPr/>
                    <a:lstStyle/>
                    <a:p>
                      <a:r>
                        <a:rPr sz="1950">
                          <a:solidFill>
                            <a:srgbClr val="1E3040"/>
                          </a:solidFill>
                          <a:latin typeface="Arial"/>
                          <a:ea typeface="Arial"/>
                          <a:cs typeface="Arial"/>
                        </a:rPr>
                        <a:t>Inconclusive or unsampled. Keep them unresolved.</a:t>
                      </a:r>
                    </a:p>
                  </a:txBody>
                  <a:tcPr marL="142875" marR="142875" marT="114300" marB="114300" anchor="ctr">
                    <a:lnR w="7620">
                      <a:solidFill>
                        <a:srgbClr val="D0DAE1"/>
                      </a:solidFill>
                      <a:prstDash val="solid"/>
                    </a:lnR>
                    <a:lnB w="7620">
                      <a:solidFill>
                        <a:srgbClr val="D0DAE1"/>
                      </a:solidFill>
                      <a:prstDash val="solid"/>
                    </a:lnB>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45F91CEB-DA7B-4244-80DF-CCC246CA8AE3}"/>
              </a:ext>
            </a:extLst>
          </p:cNvPr>
          <p:cNvSpPr>
            <a:spLocks xmlns:a="http://schemas.openxmlformats.org/drawingml/2006/main" noGrp="1"/>
          </p:cNvSpPr>
          <p:nvPr/>
        </p:nvSpPr>
        <p:spPr>
          <a:xfrm xmlns:a="http://schemas.openxmlformats.org/drawingml/2006/main">
            <a:off x="685800" y="6419850"/>
            <a:ext cx="1028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125" b="0">
                <a:solidFill>
                  <a:srgbClr val="657784"/>
                </a:solidFill>
                <a:latin typeface="Arial"/>
                <a:ea typeface="Arial"/>
                <a:cs typeface="Arial"/>
              </a:defRPr>
            </a:defPPr>
          </a:lstStyle>
          <a:p xmlns:a="http://schemas.openxmlformats.org/drawingml/2006/main">
            <a:pPr>
              <a:defRPr sz="1125" b="0">
                <a:solidFill>
                  <a:srgbClr val="657784"/>
                </a:solidFill>
                <a:latin typeface="Arial"/>
                <a:ea typeface="Arial"/>
                <a:cs typeface="Arial"/>
              </a:defRPr>
            </a:pPr>
            <a:r>
              <a:rPr sz="1125" b="0">
                <a:solidFill>
                  <a:srgbClr val="657784"/>
                </a:solidFill>
                <a:latin typeface="Arial"/>
                <a:ea typeface="Arial"/>
                <a:cs typeface="Arial"/>
              </a:rPr>
              <a:t>Fictional exercise. Detailed candidate brief defines the requirements.</a:t>
            </a:r>
          </a:p>
        </p:txBody>
      </p:sp>
      <p:sp>
        <p:nvSpPr>
          <p:cNvPr id="4" name="">
            <a:extLst xmlns:a="http://schemas.openxmlformats.org/drawingml/2006/main">
              <a:ext uri="{FF2B5EF4-FFF2-40B4-BE49-F238E27FC236}">
                <a16:creationId xmlns:a16="http://schemas.microsoft.com/office/drawing/2014/main" id="{AFD8C686-4350-4105-83AE-50B7164AED9A}"/>
              </a:ext>
            </a:extLst>
          </p:cNvPr>
          <p:cNvSpPr>
            <a:spLocks xmlns:a="http://schemas.openxmlformats.org/drawingml/2006/main" noGrp="1"/>
          </p:cNvSpPr>
          <p:nvPr/>
        </p:nvSpPr>
        <p:spPr>
          <a:xfrm xmlns:a="http://schemas.openxmlformats.org/drawingml/2006/main">
            <a:off x="11334750" y="641985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125" b="0">
                <a:solidFill>
                  <a:srgbClr val="657784"/>
                </a:solidFill>
                <a:latin typeface="Arial"/>
                <a:ea typeface="Arial"/>
                <a:cs typeface="Arial"/>
              </a:defRPr>
            </a:defPPr>
          </a:lstStyle>
          <a:p xmlns:a="http://schemas.openxmlformats.org/drawingml/2006/main">
            <a:pPr>
              <a:defRPr sz="1125" b="0">
                <a:solidFill>
                  <a:srgbClr val="657784"/>
                </a:solidFill>
                <a:latin typeface="Arial"/>
                <a:ea typeface="Arial"/>
                <a:cs typeface="Arial"/>
              </a:defRPr>
            </a:pPr>
            <a:r>
              <a:rPr sz="1125" b="0">
                <a:solidFill>
                  <a:srgbClr val="657784"/>
                </a:solidFill>
                <a:latin typeface="Arial"/>
                <a:ea typeface="Arial"/>
                <a:cs typeface="Arial"/>
              </a:rPr>
              <a:t>7</a:t>
            </a:r>
          </a:p>
        </p:txBody>
      </p:sp>
    </p:spTree>
    <p:extLst>
      <p:ext uri="{BB962C8B-B14F-4D97-AF65-F5344CB8AC3E}">
        <p14:creationId xmlns:p14="http://schemas.microsoft.com/office/powerpoint/2010/main" val="151431859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06E0DB9-01E8-4550-8F5D-25FA2DB79D7B}"/>
              </a:ext>
            </a:extLst>
          </p:cNvPr>
          <p:cNvSpPr>
            <a:spLocks xmlns:a="http://schemas.openxmlformats.org/drawingml/2006/main" noGrp="1"/>
          </p:cNvSpPr>
          <p:nvPr/>
        </p:nvSpPr>
        <p:spPr>
          <a:xfrm xmlns:a="http://schemas.openxmlformats.org/drawingml/2006/main">
            <a:off x="685800" y="5715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450" b="1">
                <a:solidFill>
                  <a:srgbClr val="142C3D"/>
                </a:solidFill>
                <a:latin typeface="Arial"/>
                <a:ea typeface="Arial"/>
                <a:cs typeface="Arial"/>
              </a:defRPr>
            </a:defPPr>
          </a:lstStyle>
          <a:p xmlns:a="http://schemas.openxmlformats.org/drawingml/2006/main">
            <a:pPr>
              <a:defRPr sz="3450" b="1">
                <a:solidFill>
                  <a:srgbClr val="142C3D"/>
                </a:solidFill>
                <a:latin typeface="Arial"/>
                <a:ea typeface="Arial"/>
                <a:cs typeface="Arial"/>
              </a:defRPr>
            </a:pPr>
            <a:r>
              <a:rPr sz="3450" b="1">
                <a:solidFill>
                  <a:srgbClr val="142C3D"/>
                </a:solidFill>
                <a:latin typeface="Arial"/>
                <a:ea typeface="Arial"/>
                <a:cs typeface="Arial"/>
              </a:rPr>
              <a:t>Recommendations use supplied rules</a:t>
            </a:r>
          </a:p>
        </p:txBody>
      </p:sp>
      <p:sp>
        <p:nvSpPr>
          <p:cNvPr id="2" name="">
            <a:extLst xmlns:a="http://schemas.openxmlformats.org/drawingml/2006/main">
              <a:ext uri="{FF2B5EF4-FFF2-40B4-BE49-F238E27FC236}">
                <a16:creationId xmlns:a16="http://schemas.microsoft.com/office/drawing/2014/main" id="{E0111D0F-FF04-4746-BF5C-6BD15F19CE28}"/>
              </a:ext>
            </a:extLst>
          </p:cNvPr>
          <p:cNvSpPr>
            <a:spLocks xmlns:a="http://schemas.openxmlformats.org/drawingml/2006/main" noGrp="1"/>
          </p:cNvSpPr>
          <p:nvPr/>
        </p:nvSpPr>
        <p:spPr>
          <a:xfrm xmlns:a="http://schemas.openxmlformats.org/drawingml/2006/main">
            <a:off x="685800" y="1828800"/>
            <a:ext cx="2857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1">
                <a:solidFill>
                  <a:srgbClr val="285D75"/>
                </a:solidFill>
                <a:latin typeface="Arial"/>
                <a:ea typeface="Arial"/>
                <a:cs typeface="Arial"/>
              </a:defRPr>
            </a:defPPr>
          </a:lstStyle>
          <a:p xmlns:a="http://schemas.openxmlformats.org/drawingml/2006/main">
            <a:pPr>
              <a:defRPr sz="1950" b="1">
                <a:solidFill>
                  <a:srgbClr val="285D75"/>
                </a:solidFill>
                <a:latin typeface="Arial"/>
                <a:ea typeface="Arial"/>
                <a:cs typeface="Arial"/>
              </a:defRPr>
            </a:pPr>
            <a:r>
              <a:rPr sz="1950" b="1">
                <a:solidFill>
                  <a:srgbClr val="285D75"/>
                </a:solidFill>
                <a:latin typeface="Arial"/>
                <a:ea typeface="Arial"/>
                <a:cs typeface="Arial"/>
              </a:rPr>
              <a:t>Category A</a:t>
            </a:r>
          </a:p>
        </p:txBody>
      </p:sp>
      <p:sp>
        <p:nvSpPr>
          <p:cNvPr id="3" name="">
            <a:extLst xmlns:a="http://schemas.openxmlformats.org/drawingml/2006/main">
              <a:ext uri="{FF2B5EF4-FFF2-40B4-BE49-F238E27FC236}">
                <a16:creationId xmlns:a16="http://schemas.microsoft.com/office/drawing/2014/main" id="{BFED932D-4A99-4038-89B4-4920CC136817}"/>
              </a:ext>
            </a:extLst>
          </p:cNvPr>
          <p:cNvSpPr>
            <a:spLocks xmlns:a="http://schemas.openxmlformats.org/drawingml/2006/main" noGrp="1"/>
          </p:cNvSpPr>
          <p:nvPr/>
        </p:nvSpPr>
        <p:spPr>
          <a:xfrm xmlns:a="http://schemas.openxmlformats.org/drawingml/2006/main">
            <a:off x="3905250" y="1828800"/>
            <a:ext cx="7524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025" b="0">
                <a:solidFill>
                  <a:srgbClr val="1E3040"/>
                </a:solidFill>
                <a:latin typeface="Arial"/>
                <a:ea typeface="Arial"/>
                <a:cs typeface="Arial"/>
              </a:defRPr>
            </a:defPPr>
          </a:lstStyle>
          <a:p xmlns:a="http://schemas.openxmlformats.org/drawingml/2006/main">
            <a:pPr>
              <a:defRPr sz="2025" b="0">
                <a:solidFill>
                  <a:srgbClr val="1E3040"/>
                </a:solidFill>
                <a:latin typeface="Arial"/>
                <a:ea typeface="Arial"/>
                <a:cs typeface="Arial"/>
              </a:defRPr>
            </a:pPr>
            <a:r>
              <a:rPr sz="2025" b="0">
                <a:solidFill>
                  <a:srgbClr val="1E3040"/>
                </a:solidFill>
                <a:latin typeface="Arial"/>
                <a:ea typeface="Arial"/>
                <a:cs typeface="Arial"/>
              </a:rPr>
              <a:t>Detected with damage, poor condition or planned work. Flag priority professional review.</a:t>
            </a:r>
          </a:p>
        </p:txBody>
      </p:sp>
      <p:sp>
        <p:nvSpPr>
          <p:cNvPr id="4" name="">
            <a:extLst xmlns:a="http://schemas.openxmlformats.org/drawingml/2006/main">
              <a:ext uri="{FF2B5EF4-FFF2-40B4-BE49-F238E27FC236}">
                <a16:creationId xmlns:a16="http://schemas.microsoft.com/office/drawing/2014/main" id="{4F8A4B53-F3AF-4AE2-81AF-6DEC5BBED900}"/>
              </a:ext>
            </a:extLst>
          </p:cNvPr>
          <p:cNvSpPr>
            <a:spLocks xmlns:a="http://schemas.openxmlformats.org/drawingml/2006/main" noGrp="1"/>
          </p:cNvSpPr>
          <p:nvPr/>
        </p:nvSpPr>
        <p:spPr>
          <a:xfrm xmlns:a="http://schemas.openxmlformats.org/drawingml/2006/main">
            <a:off x="685800" y="2828925"/>
            <a:ext cx="2857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1">
                <a:solidFill>
                  <a:srgbClr val="285D75"/>
                </a:solidFill>
                <a:latin typeface="Arial"/>
                <a:ea typeface="Arial"/>
                <a:cs typeface="Arial"/>
              </a:defRPr>
            </a:defPPr>
          </a:lstStyle>
          <a:p xmlns:a="http://schemas.openxmlformats.org/drawingml/2006/main">
            <a:pPr>
              <a:defRPr sz="1950" b="1">
                <a:solidFill>
                  <a:srgbClr val="285D75"/>
                </a:solidFill>
                <a:latin typeface="Arial"/>
                <a:ea typeface="Arial"/>
                <a:cs typeface="Arial"/>
              </a:defRPr>
            </a:pPr>
            <a:r>
              <a:rPr sz="1950" b="1">
                <a:solidFill>
                  <a:srgbClr val="285D75"/>
                </a:solidFill>
                <a:latin typeface="Arial"/>
                <a:ea typeface="Arial"/>
                <a:cs typeface="Arial"/>
              </a:rPr>
              <a:t>Category B</a:t>
            </a:r>
          </a:p>
        </p:txBody>
      </p:sp>
      <p:sp>
        <p:nvSpPr>
          <p:cNvPr id="5" name="">
            <a:extLst xmlns:a="http://schemas.openxmlformats.org/drawingml/2006/main">
              <a:ext uri="{FF2B5EF4-FFF2-40B4-BE49-F238E27FC236}">
                <a16:creationId xmlns:a16="http://schemas.microsoft.com/office/drawing/2014/main" id="{D1B68574-D327-4D05-B6E3-81EE6B01D0F4}"/>
              </a:ext>
            </a:extLst>
          </p:cNvPr>
          <p:cNvSpPr>
            <a:spLocks xmlns:a="http://schemas.openxmlformats.org/drawingml/2006/main" noGrp="1"/>
          </p:cNvSpPr>
          <p:nvPr/>
        </p:nvSpPr>
        <p:spPr>
          <a:xfrm xmlns:a="http://schemas.openxmlformats.org/drawingml/2006/main">
            <a:off x="3905250" y="2828925"/>
            <a:ext cx="7524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025" b="0">
                <a:solidFill>
                  <a:srgbClr val="1E3040"/>
                </a:solidFill>
                <a:latin typeface="Arial"/>
                <a:ea typeface="Arial"/>
                <a:cs typeface="Arial"/>
              </a:defRPr>
            </a:defPPr>
          </a:lstStyle>
          <a:p xmlns:a="http://schemas.openxmlformats.org/drawingml/2006/main">
            <a:pPr>
              <a:defRPr sz="2025" b="0">
                <a:solidFill>
                  <a:srgbClr val="1E3040"/>
                </a:solidFill>
                <a:latin typeface="Arial"/>
                <a:ea typeface="Arial"/>
                <a:cs typeface="Arial"/>
              </a:defRPr>
            </a:pPr>
            <a:r>
              <a:rPr sz="2025" b="0">
                <a:solidFill>
                  <a:srgbClr val="1E3040"/>
                </a:solidFill>
                <a:latin typeface="Arial"/>
                <a:ea typeface="Arial"/>
                <a:cs typeface="Arial"/>
              </a:rPr>
              <a:t>Other detected material. Flag professional management review.</a:t>
            </a:r>
          </a:p>
        </p:txBody>
      </p:sp>
      <p:sp>
        <p:nvSpPr>
          <p:cNvPr id="6" name="">
            <a:extLst xmlns:a="http://schemas.openxmlformats.org/drawingml/2006/main">
              <a:ext uri="{FF2B5EF4-FFF2-40B4-BE49-F238E27FC236}">
                <a16:creationId xmlns:a16="http://schemas.microsoft.com/office/drawing/2014/main" id="{BA835352-3C91-4BA5-8714-828228DC1163}"/>
              </a:ext>
            </a:extLst>
          </p:cNvPr>
          <p:cNvSpPr>
            <a:spLocks xmlns:a="http://schemas.openxmlformats.org/drawingml/2006/main" noGrp="1"/>
          </p:cNvSpPr>
          <p:nvPr/>
        </p:nvSpPr>
        <p:spPr>
          <a:xfrm xmlns:a="http://schemas.openxmlformats.org/drawingml/2006/main">
            <a:off x="685800" y="3829050"/>
            <a:ext cx="2857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1">
                <a:solidFill>
                  <a:srgbClr val="285D75"/>
                </a:solidFill>
                <a:latin typeface="Arial"/>
                <a:ea typeface="Arial"/>
                <a:cs typeface="Arial"/>
              </a:defRPr>
            </a:defPPr>
          </a:lstStyle>
          <a:p xmlns:a="http://schemas.openxmlformats.org/drawingml/2006/main">
            <a:pPr>
              <a:defRPr sz="1950" b="1">
                <a:solidFill>
                  <a:srgbClr val="285D75"/>
                </a:solidFill>
                <a:latin typeface="Arial"/>
                <a:ea typeface="Arial"/>
                <a:cs typeface="Arial"/>
              </a:defRPr>
            </a:pPr>
            <a:r>
              <a:rPr sz="1950" b="1">
                <a:solidFill>
                  <a:srgbClr val="285D75"/>
                </a:solidFill>
                <a:latin typeface="Arial"/>
                <a:ea typeface="Arial"/>
                <a:cs typeface="Arial"/>
              </a:rPr>
              <a:t>Category C</a:t>
            </a:r>
          </a:p>
        </p:txBody>
      </p:sp>
      <p:sp>
        <p:nvSpPr>
          <p:cNvPr id="7" name="">
            <a:extLst xmlns:a="http://schemas.openxmlformats.org/drawingml/2006/main">
              <a:ext uri="{FF2B5EF4-FFF2-40B4-BE49-F238E27FC236}">
                <a16:creationId xmlns:a16="http://schemas.microsoft.com/office/drawing/2014/main" id="{6B2206DE-31CE-4CF1-B414-E89AC61D7EAA}"/>
              </a:ext>
            </a:extLst>
          </p:cNvPr>
          <p:cNvSpPr>
            <a:spLocks xmlns:a="http://schemas.openxmlformats.org/drawingml/2006/main" noGrp="1"/>
          </p:cNvSpPr>
          <p:nvPr/>
        </p:nvSpPr>
        <p:spPr>
          <a:xfrm xmlns:a="http://schemas.openxmlformats.org/drawingml/2006/main">
            <a:off x="3905250" y="3829050"/>
            <a:ext cx="7524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025" b="0">
                <a:solidFill>
                  <a:srgbClr val="1E3040"/>
                </a:solidFill>
                <a:latin typeface="Arial"/>
                <a:ea typeface="Arial"/>
                <a:cs typeface="Arial"/>
              </a:defRPr>
            </a:defPPr>
          </a:lstStyle>
          <a:p xmlns:a="http://schemas.openxmlformats.org/drawingml/2006/main">
            <a:pPr>
              <a:defRPr sz="2025" b="0">
                <a:solidFill>
                  <a:srgbClr val="1E3040"/>
                </a:solidFill>
                <a:latin typeface="Arial"/>
                <a:ea typeface="Arial"/>
                <a:cs typeface="Arial"/>
              </a:defRPr>
            </a:pPr>
            <a:r>
              <a:rPr sz="2025" b="0">
                <a:solidFill>
                  <a:srgbClr val="1E3040"/>
                </a:solidFill>
                <a:latin typeface="Arial"/>
                <a:ea typeface="Arial"/>
                <a:cs typeface="Arial"/>
              </a:rPr>
              <a:t>Missing or inconclusive evidence. Explain the gap and follow up.</a:t>
            </a:r>
          </a:p>
        </p:txBody>
      </p:sp>
      <p:sp>
        <p:nvSpPr>
          <p:cNvPr id="8" name="">
            <a:extLst xmlns:a="http://schemas.openxmlformats.org/drawingml/2006/main">
              <a:ext uri="{FF2B5EF4-FFF2-40B4-BE49-F238E27FC236}">
                <a16:creationId xmlns:a16="http://schemas.microsoft.com/office/drawing/2014/main" id="{5E993972-E9E6-4E46-93CE-283927B6A47E}"/>
              </a:ext>
            </a:extLst>
          </p:cNvPr>
          <p:cNvSpPr>
            <a:spLocks xmlns:a="http://schemas.openxmlformats.org/drawingml/2006/main" noGrp="1"/>
          </p:cNvSpPr>
          <p:nvPr/>
        </p:nvSpPr>
        <p:spPr>
          <a:xfrm xmlns:a="http://schemas.openxmlformats.org/drawingml/2006/main">
            <a:off x="685800" y="4829175"/>
            <a:ext cx="2857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1">
                <a:solidFill>
                  <a:srgbClr val="285D75"/>
                </a:solidFill>
                <a:latin typeface="Arial"/>
                <a:ea typeface="Arial"/>
                <a:cs typeface="Arial"/>
              </a:defRPr>
            </a:defPPr>
          </a:lstStyle>
          <a:p xmlns:a="http://schemas.openxmlformats.org/drawingml/2006/main">
            <a:pPr>
              <a:defRPr sz="1950" b="1">
                <a:solidFill>
                  <a:srgbClr val="285D75"/>
                </a:solidFill>
                <a:latin typeface="Arial"/>
                <a:ea typeface="Arial"/>
                <a:cs typeface="Arial"/>
              </a:defRPr>
            </a:pPr>
            <a:r>
              <a:rPr sz="1950" b="1">
                <a:solidFill>
                  <a:srgbClr val="285D75"/>
                </a:solidFill>
                <a:latin typeface="Arial"/>
                <a:ea typeface="Arial"/>
                <a:cs typeface="Arial"/>
              </a:rPr>
              <a:t>Category D</a:t>
            </a:r>
          </a:p>
        </p:txBody>
      </p:sp>
      <p:sp>
        <p:nvSpPr>
          <p:cNvPr id="9" name="">
            <a:extLst xmlns:a="http://schemas.openxmlformats.org/drawingml/2006/main">
              <a:ext uri="{FF2B5EF4-FFF2-40B4-BE49-F238E27FC236}">
                <a16:creationId xmlns:a16="http://schemas.microsoft.com/office/drawing/2014/main" id="{2F71F299-4E4C-4FB3-986C-67BAFFAB2BE0}"/>
              </a:ext>
            </a:extLst>
          </p:cNvPr>
          <p:cNvSpPr>
            <a:spLocks xmlns:a="http://schemas.openxmlformats.org/drawingml/2006/main" noGrp="1"/>
          </p:cNvSpPr>
          <p:nvPr/>
        </p:nvSpPr>
        <p:spPr>
          <a:xfrm xmlns:a="http://schemas.openxmlformats.org/drawingml/2006/main">
            <a:off x="3905250" y="4829175"/>
            <a:ext cx="7524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025" b="0">
                <a:solidFill>
                  <a:srgbClr val="1E3040"/>
                </a:solidFill>
                <a:latin typeface="Arial"/>
                <a:ea typeface="Arial"/>
                <a:cs typeface="Arial"/>
              </a:defRPr>
            </a:defPPr>
          </a:lstStyle>
          <a:p xmlns:a="http://schemas.openxmlformats.org/drawingml/2006/main">
            <a:pPr>
              <a:defRPr sz="2025" b="0">
                <a:solidFill>
                  <a:srgbClr val="1E3040"/>
                </a:solidFill>
                <a:latin typeface="Arial"/>
                <a:ea typeface="Arial"/>
                <a:cs typeface="Arial"/>
              </a:defRPr>
            </a:pPr>
            <a:r>
              <a:rPr sz="2025" b="0">
                <a:solidFill>
                  <a:srgbClr val="1E3040"/>
                </a:solidFill>
                <a:latin typeface="Arial"/>
                <a:ea typeface="Arial"/>
                <a:cs typeface="Arial"/>
              </a:rPr>
              <a:t>Not detected in the sampled material. Record its limited scope.</a:t>
            </a:r>
          </a:p>
        </p:txBody>
      </p:sp>
      <p:sp>
        <p:nvSpPr>
          <p:cNvPr id="10" name="">
            <a:extLst xmlns:a="http://schemas.openxmlformats.org/drawingml/2006/main">
              <a:ext uri="{FF2B5EF4-FFF2-40B4-BE49-F238E27FC236}">
                <a16:creationId xmlns:a16="http://schemas.microsoft.com/office/drawing/2014/main" id="{269281A0-1500-439E-B159-0455E3A57E6D}"/>
              </a:ext>
            </a:extLst>
          </p:cNvPr>
          <p:cNvSpPr>
            <a:spLocks xmlns:a="http://schemas.openxmlformats.org/drawingml/2006/main" noGrp="1"/>
          </p:cNvSpPr>
          <p:nvPr/>
        </p:nvSpPr>
        <p:spPr>
          <a:xfrm xmlns:a="http://schemas.openxmlformats.org/drawingml/2006/main">
            <a:off x="685800" y="6419850"/>
            <a:ext cx="1028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125" b="0">
                <a:solidFill>
                  <a:srgbClr val="657784"/>
                </a:solidFill>
                <a:latin typeface="Arial"/>
                <a:ea typeface="Arial"/>
                <a:cs typeface="Arial"/>
              </a:defRPr>
            </a:defPPr>
          </a:lstStyle>
          <a:p xmlns:a="http://schemas.openxmlformats.org/drawingml/2006/main">
            <a:pPr>
              <a:defRPr sz="1125" b="0">
                <a:solidFill>
                  <a:srgbClr val="657784"/>
                </a:solidFill>
                <a:latin typeface="Arial"/>
                <a:ea typeface="Arial"/>
                <a:cs typeface="Arial"/>
              </a:defRPr>
            </a:pPr>
            <a:r>
              <a:rPr sz="1125" b="0">
                <a:solidFill>
                  <a:srgbClr val="657784"/>
                </a:solidFill>
                <a:latin typeface="Arial"/>
                <a:ea typeface="Arial"/>
                <a:cs typeface="Arial"/>
              </a:rPr>
              <a:t>Fictional exercise. Detailed candidate brief defines the requirements.</a:t>
            </a:r>
          </a:p>
        </p:txBody>
      </p:sp>
      <p:sp>
        <p:nvSpPr>
          <p:cNvPr id="11" name="">
            <a:extLst xmlns:a="http://schemas.openxmlformats.org/drawingml/2006/main">
              <a:ext uri="{FF2B5EF4-FFF2-40B4-BE49-F238E27FC236}">
                <a16:creationId xmlns:a16="http://schemas.microsoft.com/office/drawing/2014/main" id="{B3940187-BC35-420B-A737-6FAF184DF47E}"/>
              </a:ext>
            </a:extLst>
          </p:cNvPr>
          <p:cNvSpPr>
            <a:spLocks xmlns:a="http://schemas.openxmlformats.org/drawingml/2006/main" noGrp="1"/>
          </p:cNvSpPr>
          <p:nvPr/>
        </p:nvSpPr>
        <p:spPr>
          <a:xfrm xmlns:a="http://schemas.openxmlformats.org/drawingml/2006/main">
            <a:off x="11334750" y="641985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125" b="0">
                <a:solidFill>
                  <a:srgbClr val="657784"/>
                </a:solidFill>
                <a:latin typeface="Arial"/>
                <a:ea typeface="Arial"/>
                <a:cs typeface="Arial"/>
              </a:defRPr>
            </a:defPPr>
          </a:lstStyle>
          <a:p xmlns:a="http://schemas.openxmlformats.org/drawingml/2006/main">
            <a:pPr>
              <a:defRPr sz="1125" b="0">
                <a:solidFill>
                  <a:srgbClr val="657784"/>
                </a:solidFill>
                <a:latin typeface="Arial"/>
                <a:ea typeface="Arial"/>
                <a:cs typeface="Arial"/>
              </a:defRPr>
            </a:pPr>
            <a:r>
              <a:rPr sz="1125" b="0">
                <a:solidFill>
                  <a:srgbClr val="657784"/>
                </a:solidFill>
                <a:latin typeface="Arial"/>
                <a:ea typeface="Arial"/>
                <a:cs typeface="Arial"/>
              </a:rPr>
              <a:t>8</a:t>
            </a:r>
          </a:p>
        </p:txBody>
      </p:sp>
    </p:spTree>
    <p:extLst>
      <p:ext uri="{BB962C8B-B14F-4D97-AF65-F5344CB8AC3E}">
        <p14:creationId xmlns:p14="http://schemas.microsoft.com/office/powerpoint/2010/main" val="151423341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CD9E6B5-4780-4C34-AE2A-074FE340D1C7}"/>
              </a:ext>
            </a:extLst>
          </p:cNvPr>
          <p:cNvSpPr>
            <a:spLocks xmlns:a="http://schemas.openxmlformats.org/drawingml/2006/main" noGrp="1"/>
          </p:cNvSpPr>
          <p:nvPr/>
        </p:nvSpPr>
        <p:spPr>
          <a:xfrm xmlns:a="http://schemas.openxmlformats.org/drawingml/2006/main">
            <a:off x="685800" y="5715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450" b="1">
                <a:solidFill>
                  <a:srgbClr val="142C3D"/>
                </a:solidFill>
                <a:latin typeface="Arial"/>
                <a:ea typeface="Arial"/>
                <a:cs typeface="Arial"/>
              </a:defRPr>
            </a:defPPr>
          </a:lstStyle>
          <a:p xmlns:a="http://schemas.openxmlformats.org/drawingml/2006/main">
            <a:pPr>
              <a:defRPr sz="3450" b="1">
                <a:solidFill>
                  <a:srgbClr val="142C3D"/>
                </a:solidFill>
                <a:latin typeface="Arial"/>
                <a:ea typeface="Arial"/>
                <a:cs typeface="Arial"/>
              </a:defRPr>
            </a:pPr>
            <a:r>
              <a:rPr sz="3450" b="1">
                <a:solidFill>
                  <a:srgbClr val="142C3D"/>
                </a:solidFill>
                <a:latin typeface="Arial"/>
                <a:ea typeface="Arial"/>
                <a:cs typeface="Arial"/>
              </a:rPr>
              <a:t>A transparent fictional estimate</a:t>
            </a:r>
          </a:p>
        </p:txBody>
      </p:sp>
      <p:sp>
        <p:nvSpPr>
          <p:cNvPr id="2" name="">
            <a:extLst xmlns:a="http://schemas.openxmlformats.org/drawingml/2006/main">
              <a:ext uri="{FF2B5EF4-FFF2-40B4-BE49-F238E27FC236}">
                <a16:creationId xmlns:a16="http://schemas.microsoft.com/office/drawing/2014/main" id="{33EC5243-1914-4D58-923B-ECD4069C060F}"/>
              </a:ext>
            </a:extLst>
          </p:cNvPr>
          <p:cNvSpPr>
            <a:spLocks xmlns:a="http://schemas.openxmlformats.org/drawingml/2006/main" noGrp="1"/>
          </p:cNvSpPr>
          <p:nvPr/>
        </p:nvSpPr>
        <p:spPr>
          <a:xfrm xmlns:a="http://schemas.openxmlformats.org/drawingml/2006/main">
            <a:off x="685800" y="1828800"/>
            <a:ext cx="2857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1">
                <a:solidFill>
                  <a:srgbClr val="285D75"/>
                </a:solidFill>
                <a:latin typeface="Arial"/>
                <a:ea typeface="Arial"/>
                <a:cs typeface="Arial"/>
              </a:defRPr>
            </a:defPPr>
          </a:lstStyle>
          <a:p xmlns:a="http://schemas.openxmlformats.org/drawingml/2006/main">
            <a:pPr>
              <a:defRPr sz="1950" b="1">
                <a:solidFill>
                  <a:srgbClr val="285D75"/>
                </a:solidFill>
                <a:latin typeface="Arial"/>
                <a:ea typeface="Arial"/>
                <a:cs typeface="Arial"/>
              </a:defRPr>
            </a:pPr>
            <a:r>
              <a:rPr sz="1950" b="1">
                <a:solidFill>
                  <a:srgbClr val="285D75"/>
                </a:solidFill>
                <a:latin typeface="Arial"/>
                <a:ea typeface="Arial"/>
                <a:cs typeface="Arial"/>
              </a:rPr>
              <a:t>Each measured zone</a:t>
            </a:r>
          </a:p>
        </p:txBody>
      </p:sp>
      <p:sp>
        <p:nvSpPr>
          <p:cNvPr id="3" name="">
            <a:extLst xmlns:a="http://schemas.openxmlformats.org/drawingml/2006/main">
              <a:ext uri="{FF2B5EF4-FFF2-40B4-BE49-F238E27FC236}">
                <a16:creationId xmlns:a16="http://schemas.microsoft.com/office/drawing/2014/main" id="{0F1E53B3-3A66-4F7D-BA7F-C17095E713A6}"/>
              </a:ext>
            </a:extLst>
          </p:cNvPr>
          <p:cNvSpPr>
            <a:spLocks xmlns:a="http://schemas.openxmlformats.org/drawingml/2006/main" noGrp="1"/>
          </p:cNvSpPr>
          <p:nvPr/>
        </p:nvSpPr>
        <p:spPr>
          <a:xfrm xmlns:a="http://schemas.openxmlformats.org/drawingml/2006/main">
            <a:off x="3905250" y="1828800"/>
            <a:ext cx="7524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025" b="0">
                <a:solidFill>
                  <a:srgbClr val="1E3040"/>
                </a:solidFill>
                <a:latin typeface="Arial"/>
                <a:ea typeface="Arial"/>
                <a:cs typeface="Arial"/>
              </a:defRPr>
            </a:defPPr>
          </a:lstStyle>
          <a:p xmlns:a="http://schemas.openxmlformats.org/drawingml/2006/main">
            <a:pPr>
              <a:defRPr sz="2025" b="0">
                <a:solidFill>
                  <a:srgbClr val="1E3040"/>
                </a:solidFill>
                <a:latin typeface="Arial"/>
                <a:ea typeface="Arial"/>
                <a:cs typeface="Arial"/>
              </a:defRPr>
            </a:pPr>
            <a:r>
              <a:rPr sz="2025" b="0">
                <a:solidFill>
                  <a:srgbClr val="1E3040"/>
                </a:solidFill>
                <a:latin typeface="Arial"/>
                <a:ea typeface="Arial"/>
                <a:cs typeface="Arial"/>
              </a:rPr>
              <a:t>Quantity times the removal rate, plus quantity times the replacement rate.</a:t>
            </a:r>
          </a:p>
        </p:txBody>
      </p:sp>
      <p:sp>
        <p:nvSpPr>
          <p:cNvPr id="4" name="">
            <a:extLst xmlns:a="http://schemas.openxmlformats.org/drawingml/2006/main">
              <a:ext uri="{FF2B5EF4-FFF2-40B4-BE49-F238E27FC236}">
                <a16:creationId xmlns:a16="http://schemas.microsoft.com/office/drawing/2014/main" id="{697DC473-FA2B-4D04-A5E4-D3C085DD616B}"/>
              </a:ext>
            </a:extLst>
          </p:cNvPr>
          <p:cNvSpPr>
            <a:spLocks xmlns:a="http://schemas.openxmlformats.org/drawingml/2006/main" noGrp="1"/>
          </p:cNvSpPr>
          <p:nvPr/>
        </p:nvSpPr>
        <p:spPr>
          <a:xfrm xmlns:a="http://schemas.openxmlformats.org/drawingml/2006/main">
            <a:off x="685800" y="2828925"/>
            <a:ext cx="2857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1">
                <a:solidFill>
                  <a:srgbClr val="285D75"/>
                </a:solidFill>
                <a:latin typeface="Arial"/>
                <a:ea typeface="Arial"/>
                <a:cs typeface="Arial"/>
              </a:defRPr>
            </a:defPPr>
          </a:lstStyle>
          <a:p xmlns:a="http://schemas.openxmlformats.org/drawingml/2006/main">
            <a:pPr>
              <a:defRPr sz="1950" b="1">
                <a:solidFill>
                  <a:srgbClr val="285D75"/>
                </a:solidFill>
                <a:latin typeface="Arial"/>
                <a:ea typeface="Arial"/>
                <a:cs typeface="Arial"/>
              </a:defRPr>
            </a:pPr>
            <a:r>
              <a:rPr sz="1950" b="1">
                <a:solidFill>
                  <a:srgbClr val="285D75"/>
                </a:solidFill>
                <a:latin typeface="Arial"/>
                <a:ea typeface="Arial"/>
                <a:cs typeface="Arial"/>
              </a:rPr>
              <a:t>Project allowances</a:t>
            </a:r>
          </a:p>
        </p:txBody>
      </p:sp>
      <p:sp>
        <p:nvSpPr>
          <p:cNvPr id="5" name="">
            <a:extLst xmlns:a="http://schemas.openxmlformats.org/drawingml/2006/main">
              <a:ext uri="{FF2B5EF4-FFF2-40B4-BE49-F238E27FC236}">
                <a16:creationId xmlns:a16="http://schemas.microsoft.com/office/drawing/2014/main" id="{E8C1F3D2-8162-4382-9E10-D54BA57D3F34}"/>
              </a:ext>
            </a:extLst>
          </p:cNvPr>
          <p:cNvSpPr>
            <a:spLocks xmlns:a="http://schemas.openxmlformats.org/drawingml/2006/main" noGrp="1"/>
          </p:cNvSpPr>
          <p:nvPr/>
        </p:nvSpPr>
        <p:spPr>
          <a:xfrm xmlns:a="http://schemas.openxmlformats.org/drawingml/2006/main">
            <a:off x="3905250" y="2828925"/>
            <a:ext cx="7524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025" b="0">
                <a:solidFill>
                  <a:srgbClr val="1E3040"/>
                </a:solidFill>
                <a:latin typeface="Arial"/>
                <a:ea typeface="Arial"/>
                <a:cs typeface="Arial"/>
              </a:defRPr>
            </a:defPPr>
          </a:lstStyle>
          <a:p xmlns:a="http://schemas.openxmlformats.org/drawingml/2006/main">
            <a:pPr>
              <a:defRPr sz="2025" b="0">
                <a:solidFill>
                  <a:srgbClr val="1E3040"/>
                </a:solidFill>
                <a:latin typeface="Arial"/>
                <a:ea typeface="Arial"/>
                <a:cs typeface="Arial"/>
              </a:defRPr>
            </a:pPr>
            <a:r>
              <a:rPr sz="2025" b="0">
                <a:solidFill>
                  <a:srgbClr val="1E3040"/>
                </a:solidFill>
                <a:latin typeface="Arial"/>
                <a:ea typeface="Arial"/>
                <a:cs typeface="Arial"/>
              </a:rPr>
              <a:t>Add CAD 2500 mobilization and CAD 1200 professional assessment once.</a:t>
            </a:r>
          </a:p>
        </p:txBody>
      </p:sp>
      <p:sp>
        <p:nvSpPr>
          <p:cNvPr id="6" name="">
            <a:extLst xmlns:a="http://schemas.openxmlformats.org/drawingml/2006/main">
              <a:ext uri="{FF2B5EF4-FFF2-40B4-BE49-F238E27FC236}">
                <a16:creationId xmlns:a16="http://schemas.microsoft.com/office/drawing/2014/main" id="{7284CC08-789B-46B1-B8E6-503B621DE540}"/>
              </a:ext>
            </a:extLst>
          </p:cNvPr>
          <p:cNvSpPr>
            <a:spLocks xmlns:a="http://schemas.openxmlformats.org/drawingml/2006/main" noGrp="1"/>
          </p:cNvSpPr>
          <p:nvPr/>
        </p:nvSpPr>
        <p:spPr>
          <a:xfrm xmlns:a="http://schemas.openxmlformats.org/drawingml/2006/main">
            <a:off x="685800" y="3829050"/>
            <a:ext cx="2857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1">
                <a:solidFill>
                  <a:srgbClr val="285D75"/>
                </a:solidFill>
                <a:latin typeface="Arial"/>
                <a:ea typeface="Arial"/>
                <a:cs typeface="Arial"/>
              </a:defRPr>
            </a:defPPr>
          </a:lstStyle>
          <a:p xmlns:a="http://schemas.openxmlformats.org/drawingml/2006/main">
            <a:pPr>
              <a:defRPr sz="1950" b="1">
                <a:solidFill>
                  <a:srgbClr val="285D75"/>
                </a:solidFill>
                <a:latin typeface="Arial"/>
                <a:ea typeface="Arial"/>
                <a:cs typeface="Arial"/>
              </a:defRPr>
            </a:pPr>
            <a:r>
              <a:rPr sz="1950" b="1">
                <a:solidFill>
                  <a:srgbClr val="285D75"/>
                </a:solidFill>
                <a:latin typeface="Arial"/>
                <a:ea typeface="Arial"/>
                <a:cs typeface="Arial"/>
              </a:rPr>
              <a:t>Contingency</a:t>
            </a:r>
          </a:p>
        </p:txBody>
      </p:sp>
      <p:sp>
        <p:nvSpPr>
          <p:cNvPr id="7" name="">
            <a:extLst xmlns:a="http://schemas.openxmlformats.org/drawingml/2006/main">
              <a:ext uri="{FF2B5EF4-FFF2-40B4-BE49-F238E27FC236}">
                <a16:creationId xmlns:a16="http://schemas.microsoft.com/office/drawing/2014/main" id="{23891D3B-B1AD-4926-A369-2FA3789EC1FB}"/>
              </a:ext>
            </a:extLst>
          </p:cNvPr>
          <p:cNvSpPr>
            <a:spLocks xmlns:a="http://schemas.openxmlformats.org/drawingml/2006/main" noGrp="1"/>
          </p:cNvSpPr>
          <p:nvPr/>
        </p:nvSpPr>
        <p:spPr>
          <a:xfrm xmlns:a="http://schemas.openxmlformats.org/drawingml/2006/main">
            <a:off x="3905250" y="3829050"/>
            <a:ext cx="7524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025" b="0">
                <a:solidFill>
                  <a:srgbClr val="1E3040"/>
                </a:solidFill>
                <a:latin typeface="Arial"/>
                <a:ea typeface="Arial"/>
                <a:cs typeface="Arial"/>
              </a:defRPr>
            </a:defPPr>
          </a:lstStyle>
          <a:p xmlns:a="http://schemas.openxmlformats.org/drawingml/2006/main">
            <a:pPr>
              <a:defRPr sz="2025" b="0">
                <a:solidFill>
                  <a:srgbClr val="1E3040"/>
                </a:solidFill>
                <a:latin typeface="Arial"/>
                <a:ea typeface="Arial"/>
                <a:cs typeface="Arial"/>
              </a:defRPr>
            </a:pPr>
            <a:r>
              <a:rPr sz="2025" b="0">
                <a:solidFill>
                  <a:srgbClr val="1E3040"/>
                </a:solidFill>
                <a:latin typeface="Arial"/>
                <a:ea typeface="Arial"/>
                <a:cs typeface="Arial"/>
              </a:rPr>
              <a:t>Add 20 percent of the direct subtotal. Show the total before tax.</a:t>
            </a:r>
          </a:p>
        </p:txBody>
      </p:sp>
      <p:sp>
        <p:nvSpPr>
          <p:cNvPr id="8" name="">
            <a:extLst xmlns:a="http://schemas.openxmlformats.org/drawingml/2006/main">
              <a:ext uri="{FF2B5EF4-FFF2-40B4-BE49-F238E27FC236}">
                <a16:creationId xmlns:a16="http://schemas.microsoft.com/office/drawing/2014/main" id="{E5F04B31-C059-4F1C-B31A-BF6AC16EECD7}"/>
              </a:ext>
            </a:extLst>
          </p:cNvPr>
          <p:cNvSpPr>
            <a:spLocks xmlns:a="http://schemas.openxmlformats.org/drawingml/2006/main" noGrp="1"/>
          </p:cNvSpPr>
          <p:nvPr/>
        </p:nvSpPr>
        <p:spPr>
          <a:xfrm xmlns:a="http://schemas.openxmlformats.org/drawingml/2006/main">
            <a:off x="685800" y="4829175"/>
            <a:ext cx="2857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1">
                <a:solidFill>
                  <a:srgbClr val="285D75"/>
                </a:solidFill>
                <a:latin typeface="Arial"/>
                <a:ea typeface="Arial"/>
                <a:cs typeface="Arial"/>
              </a:defRPr>
            </a:defPPr>
          </a:lstStyle>
          <a:p xmlns:a="http://schemas.openxmlformats.org/drawingml/2006/main">
            <a:pPr>
              <a:defRPr sz="1950" b="1">
                <a:solidFill>
                  <a:srgbClr val="285D75"/>
                </a:solidFill>
                <a:latin typeface="Arial"/>
                <a:ea typeface="Arial"/>
                <a:cs typeface="Arial"/>
              </a:defRPr>
            </a:pPr>
            <a:r>
              <a:rPr sz="1950" b="1">
                <a:solidFill>
                  <a:srgbClr val="285D75"/>
                </a:solidFill>
                <a:latin typeface="Arial"/>
                <a:ea typeface="Arial"/>
                <a:cs typeface="Arial"/>
              </a:rPr>
              <a:t>Missing quantity</a:t>
            </a:r>
          </a:p>
        </p:txBody>
      </p:sp>
      <p:sp>
        <p:nvSpPr>
          <p:cNvPr id="9" name="">
            <a:extLst xmlns:a="http://schemas.openxmlformats.org/drawingml/2006/main">
              <a:ext uri="{FF2B5EF4-FFF2-40B4-BE49-F238E27FC236}">
                <a16:creationId xmlns:a16="http://schemas.microsoft.com/office/drawing/2014/main" id="{101DF0DE-8243-4959-A893-9E02155052A6}"/>
              </a:ext>
            </a:extLst>
          </p:cNvPr>
          <p:cNvSpPr>
            <a:spLocks xmlns:a="http://schemas.openxmlformats.org/drawingml/2006/main" noGrp="1"/>
          </p:cNvSpPr>
          <p:nvPr/>
        </p:nvSpPr>
        <p:spPr>
          <a:xfrm xmlns:a="http://schemas.openxmlformats.org/drawingml/2006/main">
            <a:off x="3905250" y="4829175"/>
            <a:ext cx="7524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025" b="0">
                <a:solidFill>
                  <a:srgbClr val="1E3040"/>
                </a:solidFill>
                <a:latin typeface="Arial"/>
                <a:ea typeface="Arial"/>
                <a:cs typeface="Arial"/>
              </a:defRPr>
            </a:defPPr>
          </a:lstStyle>
          <a:p xmlns:a="http://schemas.openxmlformats.org/drawingml/2006/main">
            <a:pPr>
              <a:defRPr sz="2025" b="0">
                <a:solidFill>
                  <a:srgbClr val="1E3040"/>
                </a:solidFill>
                <a:latin typeface="Arial"/>
                <a:ea typeface="Arial"/>
                <a:cs typeface="Arial"/>
              </a:defRPr>
            </a:pPr>
            <a:r>
              <a:rPr sz="2025" b="0">
                <a:solidFill>
                  <a:srgbClr val="1E3040"/>
                </a:solidFill>
                <a:latin typeface="Arial"/>
                <a:ea typeface="Arial"/>
                <a:cs typeface="Arial"/>
              </a:rPr>
              <a:t>Show Not priced and list the exclusion. Never substitute zero.</a:t>
            </a:r>
          </a:p>
        </p:txBody>
      </p:sp>
      <p:sp>
        <p:nvSpPr>
          <p:cNvPr id="10" name="">
            <a:extLst xmlns:a="http://schemas.openxmlformats.org/drawingml/2006/main">
              <a:ext uri="{FF2B5EF4-FFF2-40B4-BE49-F238E27FC236}">
                <a16:creationId xmlns:a16="http://schemas.microsoft.com/office/drawing/2014/main" id="{E00C8952-49ED-4B6E-9AF5-FBD0C0AC2103}"/>
              </a:ext>
            </a:extLst>
          </p:cNvPr>
          <p:cNvSpPr>
            <a:spLocks xmlns:a="http://schemas.openxmlformats.org/drawingml/2006/main" noGrp="1"/>
          </p:cNvSpPr>
          <p:nvPr/>
        </p:nvSpPr>
        <p:spPr>
          <a:xfrm xmlns:a="http://schemas.openxmlformats.org/drawingml/2006/main">
            <a:off x="685800" y="6419850"/>
            <a:ext cx="1028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125" b="0">
                <a:solidFill>
                  <a:srgbClr val="657784"/>
                </a:solidFill>
                <a:latin typeface="Arial"/>
                <a:ea typeface="Arial"/>
                <a:cs typeface="Arial"/>
              </a:defRPr>
            </a:defPPr>
          </a:lstStyle>
          <a:p xmlns:a="http://schemas.openxmlformats.org/drawingml/2006/main">
            <a:pPr>
              <a:defRPr sz="1125" b="0">
                <a:solidFill>
                  <a:srgbClr val="657784"/>
                </a:solidFill>
                <a:latin typeface="Arial"/>
                <a:ea typeface="Arial"/>
                <a:cs typeface="Arial"/>
              </a:defRPr>
            </a:pPr>
            <a:r>
              <a:rPr sz="1125" b="0">
                <a:solidFill>
                  <a:srgbClr val="657784"/>
                </a:solidFill>
                <a:latin typeface="Arial"/>
                <a:ea typeface="Arial"/>
                <a:cs typeface="Arial"/>
              </a:rPr>
              <a:t>Fictional exercise. Detailed candidate brief defines the requirements.</a:t>
            </a:r>
          </a:p>
        </p:txBody>
      </p:sp>
      <p:sp>
        <p:nvSpPr>
          <p:cNvPr id="11" name="">
            <a:extLst xmlns:a="http://schemas.openxmlformats.org/drawingml/2006/main">
              <a:ext uri="{FF2B5EF4-FFF2-40B4-BE49-F238E27FC236}">
                <a16:creationId xmlns:a16="http://schemas.microsoft.com/office/drawing/2014/main" id="{E2708731-A2C4-40C4-8A92-8B609001C444}"/>
              </a:ext>
            </a:extLst>
          </p:cNvPr>
          <p:cNvSpPr>
            <a:spLocks xmlns:a="http://schemas.openxmlformats.org/drawingml/2006/main" noGrp="1"/>
          </p:cNvSpPr>
          <p:nvPr/>
        </p:nvSpPr>
        <p:spPr>
          <a:xfrm xmlns:a="http://schemas.openxmlformats.org/drawingml/2006/main">
            <a:off x="11334750" y="641985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125" b="0">
                <a:solidFill>
                  <a:srgbClr val="657784"/>
                </a:solidFill>
                <a:latin typeface="Arial"/>
                <a:ea typeface="Arial"/>
                <a:cs typeface="Arial"/>
              </a:defRPr>
            </a:defPPr>
          </a:lstStyle>
          <a:p xmlns:a="http://schemas.openxmlformats.org/drawingml/2006/main">
            <a:pPr>
              <a:defRPr sz="1125" b="0">
                <a:solidFill>
                  <a:srgbClr val="657784"/>
                </a:solidFill>
                <a:latin typeface="Arial"/>
                <a:ea typeface="Arial"/>
                <a:cs typeface="Arial"/>
              </a:defRPr>
            </a:pPr>
            <a:r>
              <a:rPr sz="1125" b="0">
                <a:solidFill>
                  <a:srgbClr val="657784"/>
                </a:solidFill>
                <a:latin typeface="Arial"/>
                <a:ea typeface="Arial"/>
                <a:cs typeface="Arial"/>
              </a:rPr>
              <a:t>9</a:t>
            </a:r>
          </a:p>
        </p:txBody>
      </p:sp>
    </p:spTree>
    <p:extLst>
      <p:ext uri="{BB962C8B-B14F-4D97-AF65-F5344CB8AC3E}">
        <p14:creationId xmlns:p14="http://schemas.microsoft.com/office/powerpoint/2010/main" val="154566546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141E3B2-22EA-4260-8002-0656ED33F885}"/>
              </a:ext>
            </a:extLst>
          </p:cNvPr>
          <p:cNvSpPr>
            <a:spLocks xmlns:a="http://schemas.openxmlformats.org/drawingml/2006/main" noGrp="1"/>
          </p:cNvSpPr>
          <p:nvPr/>
        </p:nvSpPr>
        <p:spPr>
          <a:xfrm xmlns:a="http://schemas.openxmlformats.org/drawingml/2006/main">
            <a:off x="685800" y="5715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450" b="1">
                <a:solidFill>
                  <a:srgbClr val="142C3D"/>
                </a:solidFill>
                <a:latin typeface="Arial"/>
                <a:ea typeface="Arial"/>
                <a:cs typeface="Arial"/>
              </a:defRPr>
            </a:defPPr>
          </a:lstStyle>
          <a:p xmlns:a="http://schemas.openxmlformats.org/drawingml/2006/main">
            <a:pPr>
              <a:defRPr sz="3450" b="1">
                <a:solidFill>
                  <a:srgbClr val="142C3D"/>
                </a:solidFill>
                <a:latin typeface="Arial"/>
                <a:ea typeface="Arial"/>
                <a:cs typeface="Arial"/>
              </a:defRPr>
            </a:pPr>
            <a:r>
              <a:rPr sz="3450" b="1">
                <a:solidFill>
                  <a:srgbClr val="142C3D"/>
                </a:solidFill>
                <a:latin typeface="Arial"/>
                <a:ea typeface="Arial"/>
                <a:cs typeface="Arial"/>
              </a:rPr>
              <a:t>One report revision in both formats</a:t>
            </a:r>
          </a:p>
        </p:txBody>
      </p:sp>
      <p:sp>
        <p:nvSpPr>
          <p:cNvPr id="2" name="">
            <a:extLst xmlns:a="http://schemas.openxmlformats.org/drawingml/2006/main">
              <a:ext uri="{FF2B5EF4-FFF2-40B4-BE49-F238E27FC236}">
                <a16:creationId xmlns:a16="http://schemas.microsoft.com/office/drawing/2014/main" id="{3A2B6FC0-E822-4464-9757-4E90C8920DD9}"/>
              </a:ext>
            </a:extLst>
          </p:cNvPr>
          <p:cNvSpPr>
            <a:spLocks xmlns:a="http://schemas.openxmlformats.org/drawingml/2006/main" noGrp="1"/>
          </p:cNvSpPr>
          <p:nvPr/>
        </p:nvSpPr>
        <p:spPr>
          <a:xfrm xmlns:a="http://schemas.openxmlformats.org/drawingml/2006/main">
            <a:off x="685800" y="1828800"/>
            <a:ext cx="2857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1">
                <a:solidFill>
                  <a:srgbClr val="285D75"/>
                </a:solidFill>
                <a:latin typeface="Arial"/>
                <a:ea typeface="Arial"/>
                <a:cs typeface="Arial"/>
              </a:defRPr>
            </a:defPPr>
          </a:lstStyle>
          <a:p xmlns:a="http://schemas.openxmlformats.org/drawingml/2006/main">
            <a:pPr>
              <a:defRPr sz="1950" b="1">
                <a:solidFill>
                  <a:srgbClr val="285D75"/>
                </a:solidFill>
                <a:latin typeface="Arial"/>
                <a:ea typeface="Arial"/>
                <a:cs typeface="Arial"/>
              </a:defRPr>
            </a:pPr>
            <a:r>
              <a:rPr sz="1950" b="1">
                <a:solidFill>
                  <a:srgbClr val="285D75"/>
                </a:solidFill>
                <a:latin typeface="Arial"/>
                <a:ea typeface="Arial"/>
                <a:cs typeface="Arial"/>
              </a:rPr>
              <a:t>Editable Word</a:t>
            </a:r>
          </a:p>
        </p:txBody>
      </p:sp>
      <p:sp>
        <p:nvSpPr>
          <p:cNvPr id="3" name="">
            <a:extLst xmlns:a="http://schemas.openxmlformats.org/drawingml/2006/main">
              <a:ext uri="{FF2B5EF4-FFF2-40B4-BE49-F238E27FC236}">
                <a16:creationId xmlns:a16="http://schemas.microsoft.com/office/drawing/2014/main" id="{1FF859CB-383D-4CD4-A16D-08F9C62CC6D5}"/>
              </a:ext>
            </a:extLst>
          </p:cNvPr>
          <p:cNvSpPr>
            <a:spLocks xmlns:a="http://schemas.openxmlformats.org/drawingml/2006/main" noGrp="1"/>
          </p:cNvSpPr>
          <p:nvPr/>
        </p:nvSpPr>
        <p:spPr>
          <a:xfrm xmlns:a="http://schemas.openxmlformats.org/drawingml/2006/main">
            <a:off x="3905250" y="1828800"/>
            <a:ext cx="7524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025" b="0">
                <a:solidFill>
                  <a:srgbClr val="1E3040"/>
                </a:solidFill>
                <a:latin typeface="Arial"/>
                <a:ea typeface="Arial"/>
                <a:cs typeface="Arial"/>
              </a:defRPr>
            </a:defPPr>
          </a:lstStyle>
          <a:p xmlns:a="http://schemas.openxmlformats.org/drawingml/2006/main">
            <a:pPr>
              <a:defRPr sz="2025" b="0">
                <a:solidFill>
                  <a:srgbClr val="1E3040"/>
                </a:solidFill>
                <a:latin typeface="Arial"/>
                <a:ea typeface="Arial"/>
                <a:cs typeface="Arial"/>
              </a:defRPr>
            </a:pPr>
            <a:r>
              <a:rPr sz="2025" b="0">
                <a:solidFill>
                  <a:srgbClr val="1E3040"/>
                </a:solidFill>
                <a:latin typeface="Arial"/>
                <a:ea typeface="Arial"/>
                <a:cs typeface="Arial"/>
              </a:rPr>
              <a:t>Follow the supplied master and keep content editable.</a:t>
            </a:r>
          </a:p>
        </p:txBody>
      </p:sp>
      <p:sp>
        <p:nvSpPr>
          <p:cNvPr id="4" name="">
            <a:extLst xmlns:a="http://schemas.openxmlformats.org/drawingml/2006/main">
              <a:ext uri="{FF2B5EF4-FFF2-40B4-BE49-F238E27FC236}">
                <a16:creationId xmlns:a16="http://schemas.microsoft.com/office/drawing/2014/main" id="{D3FB39E6-4DD1-4338-BD7E-108D9DD24EED}"/>
              </a:ext>
            </a:extLst>
          </p:cNvPr>
          <p:cNvSpPr>
            <a:spLocks xmlns:a="http://schemas.openxmlformats.org/drawingml/2006/main" noGrp="1"/>
          </p:cNvSpPr>
          <p:nvPr/>
        </p:nvSpPr>
        <p:spPr>
          <a:xfrm xmlns:a="http://schemas.openxmlformats.org/drawingml/2006/main">
            <a:off x="685800" y="2828925"/>
            <a:ext cx="2857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1">
                <a:solidFill>
                  <a:srgbClr val="285D75"/>
                </a:solidFill>
                <a:latin typeface="Arial"/>
                <a:ea typeface="Arial"/>
                <a:cs typeface="Arial"/>
              </a:defRPr>
            </a:defPPr>
          </a:lstStyle>
          <a:p xmlns:a="http://schemas.openxmlformats.org/drawingml/2006/main">
            <a:pPr>
              <a:defRPr sz="1950" b="1">
                <a:solidFill>
                  <a:srgbClr val="285D75"/>
                </a:solidFill>
                <a:latin typeface="Arial"/>
                <a:ea typeface="Arial"/>
                <a:cs typeface="Arial"/>
              </a:defRPr>
            </a:pPr>
            <a:r>
              <a:rPr sz="1950" b="1">
                <a:solidFill>
                  <a:srgbClr val="285D75"/>
                </a:solidFill>
                <a:latin typeface="Arial"/>
                <a:ea typeface="Arial"/>
                <a:cs typeface="Arial"/>
              </a:rPr>
              <a:t>Matching PDF</a:t>
            </a:r>
          </a:p>
        </p:txBody>
      </p:sp>
      <p:sp>
        <p:nvSpPr>
          <p:cNvPr id="5" name="">
            <a:extLst xmlns:a="http://schemas.openxmlformats.org/drawingml/2006/main">
              <a:ext uri="{FF2B5EF4-FFF2-40B4-BE49-F238E27FC236}">
                <a16:creationId xmlns:a16="http://schemas.microsoft.com/office/drawing/2014/main" id="{F47E36E2-3F50-49B6-902A-5856E628FEF3}"/>
              </a:ext>
            </a:extLst>
          </p:cNvPr>
          <p:cNvSpPr>
            <a:spLocks xmlns:a="http://schemas.openxmlformats.org/drawingml/2006/main" noGrp="1"/>
          </p:cNvSpPr>
          <p:nvPr/>
        </p:nvSpPr>
        <p:spPr>
          <a:xfrm xmlns:a="http://schemas.openxmlformats.org/drawingml/2006/main">
            <a:off x="3905250" y="2828925"/>
            <a:ext cx="7524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025" b="0">
                <a:solidFill>
                  <a:srgbClr val="1E3040"/>
                </a:solidFill>
                <a:latin typeface="Arial"/>
                <a:ea typeface="Arial"/>
                <a:cs typeface="Arial"/>
              </a:defRPr>
            </a:defPPr>
          </a:lstStyle>
          <a:p xmlns:a="http://schemas.openxmlformats.org/drawingml/2006/main">
            <a:pPr>
              <a:defRPr sz="2025" b="0">
                <a:solidFill>
                  <a:srgbClr val="1E3040"/>
                </a:solidFill>
                <a:latin typeface="Arial"/>
                <a:ea typeface="Arial"/>
                <a:cs typeface="Arial"/>
              </a:defRPr>
            </a:pPr>
            <a:r>
              <a:rPr sz="2025" b="0">
                <a:solidFill>
                  <a:srgbClr val="1E3040"/>
                </a:solidFill>
                <a:latin typeface="Arial"/>
                <a:ea typeface="Arial"/>
                <a:cs typeface="Arial"/>
              </a:rPr>
              <a:t>Convert that Word revision to PDF.</a:t>
            </a:r>
          </a:p>
        </p:txBody>
      </p:sp>
      <p:sp>
        <p:nvSpPr>
          <p:cNvPr id="6" name="">
            <a:extLst xmlns:a="http://schemas.openxmlformats.org/drawingml/2006/main">
              <a:ext uri="{FF2B5EF4-FFF2-40B4-BE49-F238E27FC236}">
                <a16:creationId xmlns:a16="http://schemas.microsoft.com/office/drawing/2014/main" id="{95E9FCB0-2374-4F45-A57A-AED984FB718E}"/>
              </a:ext>
            </a:extLst>
          </p:cNvPr>
          <p:cNvSpPr>
            <a:spLocks xmlns:a="http://schemas.openxmlformats.org/drawingml/2006/main" noGrp="1"/>
          </p:cNvSpPr>
          <p:nvPr/>
        </p:nvSpPr>
        <p:spPr>
          <a:xfrm xmlns:a="http://schemas.openxmlformats.org/drawingml/2006/main">
            <a:off x="685800" y="3829050"/>
            <a:ext cx="2857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1">
                <a:solidFill>
                  <a:srgbClr val="285D75"/>
                </a:solidFill>
                <a:latin typeface="Arial"/>
                <a:ea typeface="Arial"/>
                <a:cs typeface="Arial"/>
              </a:defRPr>
            </a:defPPr>
          </a:lstStyle>
          <a:p xmlns:a="http://schemas.openxmlformats.org/drawingml/2006/main">
            <a:pPr>
              <a:defRPr sz="1950" b="1">
                <a:solidFill>
                  <a:srgbClr val="285D75"/>
                </a:solidFill>
                <a:latin typeface="Arial"/>
                <a:ea typeface="Arial"/>
                <a:cs typeface="Arial"/>
              </a:defRPr>
            </a:pPr>
            <a:r>
              <a:rPr sz="1950" b="1">
                <a:solidFill>
                  <a:srgbClr val="285D75"/>
                </a:solidFill>
                <a:latin typeface="Arial"/>
                <a:ea typeface="Arial"/>
                <a:cs typeface="Arial"/>
              </a:rPr>
              <a:t>On-screen preview</a:t>
            </a:r>
          </a:p>
        </p:txBody>
      </p:sp>
      <p:sp>
        <p:nvSpPr>
          <p:cNvPr id="7" name="">
            <a:extLst xmlns:a="http://schemas.openxmlformats.org/drawingml/2006/main">
              <a:ext uri="{FF2B5EF4-FFF2-40B4-BE49-F238E27FC236}">
                <a16:creationId xmlns:a16="http://schemas.microsoft.com/office/drawing/2014/main" id="{1570EB1F-05A1-4805-99CA-AE3CB036EF88}"/>
              </a:ext>
            </a:extLst>
          </p:cNvPr>
          <p:cNvSpPr>
            <a:spLocks xmlns:a="http://schemas.openxmlformats.org/drawingml/2006/main" noGrp="1"/>
          </p:cNvSpPr>
          <p:nvPr/>
        </p:nvSpPr>
        <p:spPr>
          <a:xfrm xmlns:a="http://schemas.openxmlformats.org/drawingml/2006/main">
            <a:off x="3905250" y="3829050"/>
            <a:ext cx="7524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025" b="0">
                <a:solidFill>
                  <a:srgbClr val="1E3040"/>
                </a:solidFill>
                <a:latin typeface="Arial"/>
                <a:ea typeface="Arial"/>
                <a:cs typeface="Arial"/>
              </a:defRPr>
            </a:defPPr>
          </a:lstStyle>
          <a:p xmlns:a="http://schemas.openxmlformats.org/drawingml/2006/main">
            <a:pPr>
              <a:defRPr sz="2025" b="0">
                <a:solidFill>
                  <a:srgbClr val="1E3040"/>
                </a:solidFill>
                <a:latin typeface="Arial"/>
                <a:ea typeface="Arial"/>
                <a:cs typeface="Arial"/>
              </a:defRPr>
            </a:pPr>
            <a:r>
              <a:rPr sz="2025" b="0">
                <a:solidFill>
                  <a:srgbClr val="1E3040"/>
                </a:solidFill>
                <a:latin typeface="Arial"/>
                <a:ea typeface="Arial"/>
                <a:cs typeface="Arial"/>
              </a:rPr>
              <a:t>Display that exact PDF so employees see the download layout.</a:t>
            </a:r>
          </a:p>
        </p:txBody>
      </p:sp>
      <p:sp>
        <p:nvSpPr>
          <p:cNvPr id="8" name="">
            <a:extLst xmlns:a="http://schemas.openxmlformats.org/drawingml/2006/main">
              <a:ext uri="{FF2B5EF4-FFF2-40B4-BE49-F238E27FC236}">
                <a16:creationId xmlns:a16="http://schemas.microsoft.com/office/drawing/2014/main" id="{40AE9F91-F91A-4791-BA29-1EFAC2AEC8DF}"/>
              </a:ext>
            </a:extLst>
          </p:cNvPr>
          <p:cNvSpPr>
            <a:spLocks xmlns:a="http://schemas.openxmlformats.org/drawingml/2006/main" noGrp="1"/>
          </p:cNvSpPr>
          <p:nvPr/>
        </p:nvSpPr>
        <p:spPr>
          <a:xfrm xmlns:a="http://schemas.openxmlformats.org/drawingml/2006/main">
            <a:off x="685800" y="4829175"/>
            <a:ext cx="2857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1">
                <a:solidFill>
                  <a:srgbClr val="285D75"/>
                </a:solidFill>
                <a:latin typeface="Arial"/>
                <a:ea typeface="Arial"/>
                <a:cs typeface="Arial"/>
              </a:defRPr>
            </a:defPPr>
          </a:lstStyle>
          <a:p xmlns:a="http://schemas.openxmlformats.org/drawingml/2006/main">
            <a:pPr>
              <a:defRPr sz="1950" b="1">
                <a:solidFill>
                  <a:srgbClr val="285D75"/>
                </a:solidFill>
                <a:latin typeface="Arial"/>
                <a:ea typeface="Arial"/>
                <a:cs typeface="Arial"/>
              </a:defRPr>
            </a:pPr>
            <a:r>
              <a:rPr sz="1950" b="1">
                <a:solidFill>
                  <a:srgbClr val="285D75"/>
                </a:solidFill>
                <a:latin typeface="Arial"/>
                <a:ea typeface="Arial"/>
                <a:cs typeface="Arial"/>
              </a:rPr>
              <a:t>After an edit</a:t>
            </a:r>
          </a:p>
        </p:txBody>
      </p:sp>
      <p:sp>
        <p:nvSpPr>
          <p:cNvPr id="9" name="">
            <a:extLst xmlns:a="http://schemas.openxmlformats.org/drawingml/2006/main">
              <a:ext uri="{FF2B5EF4-FFF2-40B4-BE49-F238E27FC236}">
                <a16:creationId xmlns:a16="http://schemas.microsoft.com/office/drawing/2014/main" id="{4F9289E2-817A-4579-AD7B-09EBC108CC91}"/>
              </a:ext>
            </a:extLst>
          </p:cNvPr>
          <p:cNvSpPr>
            <a:spLocks xmlns:a="http://schemas.openxmlformats.org/drawingml/2006/main" noGrp="1"/>
          </p:cNvSpPr>
          <p:nvPr/>
        </p:nvSpPr>
        <p:spPr>
          <a:xfrm xmlns:a="http://schemas.openxmlformats.org/drawingml/2006/main">
            <a:off x="3905250" y="4829175"/>
            <a:ext cx="7524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025" b="0">
                <a:solidFill>
                  <a:srgbClr val="1E3040"/>
                </a:solidFill>
                <a:latin typeface="Arial"/>
                <a:ea typeface="Arial"/>
                <a:cs typeface="Arial"/>
              </a:defRPr>
            </a:defPPr>
          </a:lstStyle>
          <a:p xmlns:a="http://schemas.openxmlformats.org/drawingml/2006/main">
            <a:pPr>
              <a:defRPr sz="2025" b="0">
                <a:solidFill>
                  <a:srgbClr val="1E3040"/>
                </a:solidFill>
                <a:latin typeface="Arial"/>
                <a:ea typeface="Arial"/>
                <a:cs typeface="Arial"/>
              </a:defRPr>
            </a:pPr>
            <a:r>
              <a:rPr sz="2025" b="0">
                <a:solidFill>
                  <a:srgbClr val="1E3040"/>
                </a:solidFill>
                <a:latin typeface="Arial"/>
                <a:ea typeface="Arial"/>
                <a:cs typeface="Arial"/>
              </a:rPr>
              <a:t>Mark the preview outdated, regenerate, then update both downloads.</a:t>
            </a:r>
          </a:p>
        </p:txBody>
      </p:sp>
      <p:sp>
        <p:nvSpPr>
          <p:cNvPr id="10" name="">
            <a:extLst xmlns:a="http://schemas.openxmlformats.org/drawingml/2006/main">
              <a:ext uri="{FF2B5EF4-FFF2-40B4-BE49-F238E27FC236}">
                <a16:creationId xmlns:a16="http://schemas.microsoft.com/office/drawing/2014/main" id="{D38D5372-E6B8-4710-AE62-E427EA30447D}"/>
              </a:ext>
            </a:extLst>
          </p:cNvPr>
          <p:cNvSpPr>
            <a:spLocks xmlns:a="http://schemas.openxmlformats.org/drawingml/2006/main" noGrp="1"/>
          </p:cNvSpPr>
          <p:nvPr/>
        </p:nvSpPr>
        <p:spPr>
          <a:xfrm xmlns:a="http://schemas.openxmlformats.org/drawingml/2006/main">
            <a:off x="685800" y="6419850"/>
            <a:ext cx="1028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125" b="0">
                <a:solidFill>
                  <a:srgbClr val="657784"/>
                </a:solidFill>
                <a:latin typeface="Arial"/>
                <a:ea typeface="Arial"/>
                <a:cs typeface="Arial"/>
              </a:defRPr>
            </a:defPPr>
          </a:lstStyle>
          <a:p xmlns:a="http://schemas.openxmlformats.org/drawingml/2006/main">
            <a:pPr>
              <a:defRPr sz="1125" b="0">
                <a:solidFill>
                  <a:srgbClr val="657784"/>
                </a:solidFill>
                <a:latin typeface="Arial"/>
                <a:ea typeface="Arial"/>
                <a:cs typeface="Arial"/>
              </a:defRPr>
            </a:pPr>
            <a:r>
              <a:rPr sz="1125" b="0">
                <a:solidFill>
                  <a:srgbClr val="657784"/>
                </a:solidFill>
                <a:latin typeface="Arial"/>
                <a:ea typeface="Arial"/>
                <a:cs typeface="Arial"/>
              </a:rPr>
              <a:t>Fictional exercise. Detailed candidate brief defines the requirements.</a:t>
            </a:r>
          </a:p>
        </p:txBody>
      </p:sp>
      <p:sp>
        <p:nvSpPr>
          <p:cNvPr id="11" name="">
            <a:extLst xmlns:a="http://schemas.openxmlformats.org/drawingml/2006/main">
              <a:ext uri="{FF2B5EF4-FFF2-40B4-BE49-F238E27FC236}">
                <a16:creationId xmlns:a16="http://schemas.microsoft.com/office/drawing/2014/main" id="{5D0F7A48-35B0-4892-BF5D-083EEF5BD426}"/>
              </a:ext>
            </a:extLst>
          </p:cNvPr>
          <p:cNvSpPr>
            <a:spLocks xmlns:a="http://schemas.openxmlformats.org/drawingml/2006/main" noGrp="1"/>
          </p:cNvSpPr>
          <p:nvPr/>
        </p:nvSpPr>
        <p:spPr>
          <a:xfrm xmlns:a="http://schemas.openxmlformats.org/drawingml/2006/main">
            <a:off x="11334750" y="641985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125" b="0">
                <a:solidFill>
                  <a:srgbClr val="657784"/>
                </a:solidFill>
                <a:latin typeface="Arial"/>
                <a:ea typeface="Arial"/>
                <a:cs typeface="Arial"/>
              </a:defRPr>
            </a:defPPr>
          </a:lstStyle>
          <a:p xmlns:a="http://schemas.openxmlformats.org/drawingml/2006/main">
            <a:pPr>
              <a:defRPr sz="1125" b="0">
                <a:solidFill>
                  <a:srgbClr val="657784"/>
                </a:solidFill>
                <a:latin typeface="Arial"/>
                <a:ea typeface="Arial"/>
                <a:cs typeface="Arial"/>
              </a:defRPr>
            </a:pPr>
            <a:r>
              <a:rPr sz="1125" b="0">
                <a:solidFill>
                  <a:srgbClr val="657784"/>
                </a:solidFill>
                <a:latin typeface="Arial"/>
                <a:ea typeface="Arial"/>
                <a:cs typeface="Arial"/>
              </a:rPr>
              <a:t>10</a:t>
            </a:r>
          </a:p>
        </p:txBody>
      </p:sp>
    </p:spTree>
    <p:extLst>
      <p:ext uri="{BB962C8B-B14F-4D97-AF65-F5344CB8AC3E}">
        <p14:creationId xmlns:p14="http://schemas.microsoft.com/office/powerpoint/2010/main" val="164781178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6DF8951-60A7-471D-9338-A7F7B43B987E}"/>
              </a:ext>
            </a:extLst>
          </p:cNvPr>
          <p:cNvSpPr>
            <a:spLocks xmlns:a="http://schemas.openxmlformats.org/drawingml/2006/main" noGrp="1"/>
          </p:cNvSpPr>
          <p:nvPr/>
        </p:nvSpPr>
        <p:spPr>
          <a:xfrm xmlns:a="http://schemas.openxmlformats.org/drawingml/2006/main">
            <a:off x="685800" y="5715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450" b="1">
                <a:solidFill>
                  <a:srgbClr val="142C3D"/>
                </a:solidFill>
                <a:latin typeface="Arial"/>
                <a:ea typeface="Arial"/>
                <a:cs typeface="Arial"/>
              </a:defRPr>
            </a:defPPr>
          </a:lstStyle>
          <a:p xmlns:a="http://schemas.openxmlformats.org/drawingml/2006/main">
            <a:pPr>
              <a:defRPr sz="3450" b="1">
                <a:solidFill>
                  <a:srgbClr val="142C3D"/>
                </a:solidFill>
                <a:latin typeface="Arial"/>
                <a:ea typeface="Arial"/>
                <a:cs typeface="Arial"/>
              </a:defRPr>
            </a:pPr>
            <a:r>
              <a:rPr sz="3450" b="1">
                <a:solidFill>
                  <a:srgbClr val="142C3D"/>
                </a:solidFill>
                <a:latin typeface="Arial"/>
                <a:ea typeface="Arial"/>
                <a:cs typeface="Arial"/>
              </a:rPr>
              <a:t>Optional PDF floor plan mapping</a:t>
            </a:r>
          </a:p>
        </p:txBody>
      </p:sp>
      <p:sp>
        <p:nvSpPr>
          <p:cNvPr id="2" name="">
            <a:extLst xmlns:a="http://schemas.openxmlformats.org/drawingml/2006/main">
              <a:ext uri="{FF2B5EF4-FFF2-40B4-BE49-F238E27FC236}">
                <a16:creationId xmlns:a16="http://schemas.microsoft.com/office/drawing/2014/main" id="{5385C7A0-6077-424B-81B9-682D9B0240D9}"/>
              </a:ext>
            </a:extLst>
          </p:cNvPr>
          <p:cNvSpPr>
            <a:spLocks xmlns:a="http://schemas.openxmlformats.org/drawingml/2006/main" noGrp="1"/>
          </p:cNvSpPr>
          <p:nvPr/>
        </p:nvSpPr>
        <p:spPr>
          <a:xfrm xmlns:a="http://schemas.openxmlformats.org/drawingml/2006/main">
            <a:off x="685800" y="1828800"/>
            <a:ext cx="2857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1">
                <a:solidFill>
                  <a:srgbClr val="285D75"/>
                </a:solidFill>
                <a:latin typeface="Arial"/>
                <a:ea typeface="Arial"/>
                <a:cs typeface="Arial"/>
              </a:defRPr>
            </a:defPPr>
          </a:lstStyle>
          <a:p xmlns:a="http://schemas.openxmlformats.org/drawingml/2006/main">
            <a:pPr>
              <a:defRPr sz="1950" b="1">
                <a:solidFill>
                  <a:srgbClr val="285D75"/>
                </a:solidFill>
                <a:latin typeface="Arial"/>
                <a:ea typeface="Arial"/>
                <a:cs typeface="Arial"/>
              </a:defRPr>
            </a:pPr>
            <a:r>
              <a:rPr sz="1950" b="1">
                <a:solidFill>
                  <a:srgbClr val="285D75"/>
                </a:solidFill>
                <a:latin typeface="Arial"/>
                <a:ea typeface="Arial"/>
                <a:cs typeface="Arial"/>
              </a:rPr>
              <a:t>Employee placement</a:t>
            </a:r>
          </a:p>
        </p:txBody>
      </p:sp>
      <p:sp>
        <p:nvSpPr>
          <p:cNvPr id="3" name="">
            <a:extLst xmlns:a="http://schemas.openxmlformats.org/drawingml/2006/main">
              <a:ext uri="{FF2B5EF4-FFF2-40B4-BE49-F238E27FC236}">
                <a16:creationId xmlns:a16="http://schemas.microsoft.com/office/drawing/2014/main" id="{458DEBF9-0335-434B-9DA8-CDE71033805F}"/>
              </a:ext>
            </a:extLst>
          </p:cNvPr>
          <p:cNvSpPr>
            <a:spLocks xmlns:a="http://schemas.openxmlformats.org/drawingml/2006/main" noGrp="1"/>
          </p:cNvSpPr>
          <p:nvPr/>
        </p:nvSpPr>
        <p:spPr>
          <a:xfrm xmlns:a="http://schemas.openxmlformats.org/drawingml/2006/main">
            <a:off x="3905250" y="1828800"/>
            <a:ext cx="7524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025" b="0">
                <a:solidFill>
                  <a:srgbClr val="1E3040"/>
                </a:solidFill>
                <a:latin typeface="Arial"/>
                <a:ea typeface="Arial"/>
                <a:cs typeface="Arial"/>
              </a:defRPr>
            </a:defPPr>
          </a:lstStyle>
          <a:p xmlns:a="http://schemas.openxmlformats.org/drawingml/2006/main">
            <a:pPr>
              <a:defRPr sz="2025" b="0">
                <a:solidFill>
                  <a:srgbClr val="1E3040"/>
                </a:solidFill>
                <a:latin typeface="Arial"/>
                <a:ea typeface="Arial"/>
                <a:cs typeface="Arial"/>
              </a:defRPr>
            </a:pPr>
            <a:r>
              <a:rPr sz="2025" b="0">
                <a:solidFill>
                  <a:srgbClr val="1E3040"/>
                </a:solidFill>
                <a:latin typeface="Arial"/>
                <a:ea typeface="Arial"/>
                <a:cs typeface="Arial"/>
              </a:rPr>
              <a:t>Upload the plan, place a marker and assign a sample ID.</a:t>
            </a:r>
          </a:p>
        </p:txBody>
      </p:sp>
      <p:sp>
        <p:nvSpPr>
          <p:cNvPr id="4" name="">
            <a:extLst xmlns:a="http://schemas.openxmlformats.org/drawingml/2006/main">
              <a:ext uri="{FF2B5EF4-FFF2-40B4-BE49-F238E27FC236}">
                <a16:creationId xmlns:a16="http://schemas.microsoft.com/office/drawing/2014/main" id="{6EA25F25-FBEC-49FF-AAAE-FA2AA391159D}"/>
              </a:ext>
            </a:extLst>
          </p:cNvPr>
          <p:cNvSpPr>
            <a:spLocks xmlns:a="http://schemas.openxmlformats.org/drawingml/2006/main" noGrp="1"/>
          </p:cNvSpPr>
          <p:nvPr/>
        </p:nvSpPr>
        <p:spPr>
          <a:xfrm xmlns:a="http://schemas.openxmlformats.org/drawingml/2006/main">
            <a:off x="685800" y="2828925"/>
            <a:ext cx="2857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1">
                <a:solidFill>
                  <a:srgbClr val="285D75"/>
                </a:solidFill>
                <a:latin typeface="Arial"/>
                <a:ea typeface="Arial"/>
                <a:cs typeface="Arial"/>
              </a:defRPr>
            </a:defPPr>
          </a:lstStyle>
          <a:p xmlns:a="http://schemas.openxmlformats.org/drawingml/2006/main">
            <a:pPr>
              <a:defRPr sz="1950" b="1">
                <a:solidFill>
                  <a:srgbClr val="285D75"/>
                </a:solidFill>
                <a:latin typeface="Arial"/>
                <a:ea typeface="Arial"/>
                <a:cs typeface="Arial"/>
              </a:defRPr>
            </a:pPr>
            <a:r>
              <a:rPr sz="1950" b="1">
                <a:solidFill>
                  <a:srgbClr val="285D75"/>
                </a:solidFill>
                <a:latin typeface="Arial"/>
                <a:ea typeface="Arial"/>
                <a:cs typeface="Arial"/>
              </a:rPr>
              <a:t>Linked result</a:t>
            </a:r>
          </a:p>
        </p:txBody>
      </p:sp>
      <p:sp>
        <p:nvSpPr>
          <p:cNvPr id="5" name="">
            <a:extLst xmlns:a="http://schemas.openxmlformats.org/drawingml/2006/main">
              <a:ext uri="{FF2B5EF4-FFF2-40B4-BE49-F238E27FC236}">
                <a16:creationId xmlns:a16="http://schemas.microsoft.com/office/drawing/2014/main" id="{A418D230-C5FD-4B38-A9A2-39C054A26D3B}"/>
              </a:ext>
            </a:extLst>
          </p:cNvPr>
          <p:cNvSpPr>
            <a:spLocks xmlns:a="http://schemas.openxmlformats.org/drawingml/2006/main" noGrp="1"/>
          </p:cNvSpPr>
          <p:nvPr/>
        </p:nvSpPr>
        <p:spPr>
          <a:xfrm xmlns:a="http://schemas.openxmlformats.org/drawingml/2006/main">
            <a:off x="3905250" y="2828925"/>
            <a:ext cx="7524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025" b="0">
                <a:solidFill>
                  <a:srgbClr val="1E3040"/>
                </a:solidFill>
                <a:latin typeface="Arial"/>
                <a:ea typeface="Arial"/>
                <a:cs typeface="Arial"/>
              </a:defRPr>
            </a:defPPr>
          </a:lstStyle>
          <a:p xmlns:a="http://schemas.openxmlformats.org/drawingml/2006/main">
            <a:pPr>
              <a:defRPr sz="2025" b="0">
                <a:solidFill>
                  <a:srgbClr val="1E3040"/>
                </a:solidFill>
                <a:latin typeface="Arial"/>
                <a:ea typeface="Arial"/>
                <a:cs typeface="Arial"/>
              </a:defRPr>
            </a:pPr>
            <a:r>
              <a:rPr sz="2025" b="0">
                <a:solidFill>
                  <a:srgbClr val="1E3040"/>
                </a:solidFill>
                <a:latin typeface="Arial"/>
                <a:ea typeface="Arial"/>
                <a:cs typeface="Arial"/>
              </a:rPr>
              <a:t>Display its accepted laboratory status with text as well as color.</a:t>
            </a:r>
          </a:p>
        </p:txBody>
      </p:sp>
      <p:sp>
        <p:nvSpPr>
          <p:cNvPr id="6" name="">
            <a:extLst xmlns:a="http://schemas.openxmlformats.org/drawingml/2006/main">
              <a:ext uri="{FF2B5EF4-FFF2-40B4-BE49-F238E27FC236}">
                <a16:creationId xmlns:a16="http://schemas.microsoft.com/office/drawing/2014/main" id="{CAFBE63E-F1E3-4CB6-92F2-6870DDF8CA4A}"/>
              </a:ext>
            </a:extLst>
          </p:cNvPr>
          <p:cNvSpPr>
            <a:spLocks xmlns:a="http://schemas.openxmlformats.org/drawingml/2006/main" noGrp="1"/>
          </p:cNvSpPr>
          <p:nvPr/>
        </p:nvSpPr>
        <p:spPr>
          <a:xfrm xmlns:a="http://schemas.openxmlformats.org/drawingml/2006/main">
            <a:off x="685800" y="3829050"/>
            <a:ext cx="2857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1">
                <a:solidFill>
                  <a:srgbClr val="285D75"/>
                </a:solidFill>
                <a:latin typeface="Arial"/>
                <a:ea typeface="Arial"/>
                <a:cs typeface="Arial"/>
              </a:defRPr>
            </a:defPPr>
          </a:lstStyle>
          <a:p xmlns:a="http://schemas.openxmlformats.org/drawingml/2006/main">
            <a:pPr>
              <a:defRPr sz="1950" b="1">
                <a:solidFill>
                  <a:srgbClr val="285D75"/>
                </a:solidFill>
                <a:latin typeface="Arial"/>
                <a:ea typeface="Arial"/>
                <a:cs typeface="Arial"/>
              </a:defRPr>
            </a:pPr>
            <a:r>
              <a:rPr sz="1950" b="1">
                <a:solidFill>
                  <a:srgbClr val="285D75"/>
                </a:solidFill>
                <a:latin typeface="Arial"/>
                <a:ea typeface="Arial"/>
                <a:cs typeface="Arial"/>
              </a:rPr>
              <a:t>Stable position</a:t>
            </a:r>
          </a:p>
        </p:txBody>
      </p:sp>
      <p:sp>
        <p:nvSpPr>
          <p:cNvPr id="7" name="">
            <a:extLst xmlns:a="http://schemas.openxmlformats.org/drawingml/2006/main">
              <a:ext uri="{FF2B5EF4-FFF2-40B4-BE49-F238E27FC236}">
                <a16:creationId xmlns:a16="http://schemas.microsoft.com/office/drawing/2014/main" id="{F06BC87C-2F79-415A-AC25-2A45C8004F0F}"/>
              </a:ext>
            </a:extLst>
          </p:cNvPr>
          <p:cNvSpPr>
            <a:spLocks xmlns:a="http://schemas.openxmlformats.org/drawingml/2006/main" noGrp="1"/>
          </p:cNvSpPr>
          <p:nvPr/>
        </p:nvSpPr>
        <p:spPr>
          <a:xfrm xmlns:a="http://schemas.openxmlformats.org/drawingml/2006/main">
            <a:off x="3905250" y="3829050"/>
            <a:ext cx="7524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025" b="0">
                <a:solidFill>
                  <a:srgbClr val="1E3040"/>
                </a:solidFill>
                <a:latin typeface="Arial"/>
                <a:ea typeface="Arial"/>
                <a:cs typeface="Arial"/>
              </a:defRPr>
            </a:defPPr>
          </a:lstStyle>
          <a:p xmlns:a="http://schemas.openxmlformats.org/drawingml/2006/main">
            <a:pPr>
              <a:defRPr sz="2025" b="0">
                <a:solidFill>
                  <a:srgbClr val="1E3040"/>
                </a:solidFill>
                <a:latin typeface="Arial"/>
                <a:ea typeface="Arial"/>
                <a:cs typeface="Arial"/>
              </a:defRPr>
            </a:pPr>
            <a:r>
              <a:rPr sz="2025" b="0">
                <a:solidFill>
                  <a:srgbClr val="1E3040"/>
                </a:solidFill>
                <a:latin typeface="Arial"/>
                <a:ea typeface="Arial"/>
                <a:cs typeface="Arial"/>
              </a:rPr>
              <a:t>Keep markers aligned when zooming, resizing and reopening.</a:t>
            </a:r>
          </a:p>
        </p:txBody>
      </p:sp>
      <p:sp>
        <p:nvSpPr>
          <p:cNvPr id="8" name="">
            <a:extLst xmlns:a="http://schemas.openxmlformats.org/drawingml/2006/main">
              <a:ext uri="{FF2B5EF4-FFF2-40B4-BE49-F238E27FC236}">
                <a16:creationId xmlns:a16="http://schemas.microsoft.com/office/drawing/2014/main" id="{0E0354AF-8E30-4A2C-946C-F86D534D8DF4}"/>
              </a:ext>
            </a:extLst>
          </p:cNvPr>
          <p:cNvSpPr>
            <a:spLocks xmlns:a="http://schemas.openxmlformats.org/drawingml/2006/main" noGrp="1"/>
          </p:cNvSpPr>
          <p:nvPr/>
        </p:nvSpPr>
        <p:spPr>
          <a:xfrm xmlns:a="http://schemas.openxmlformats.org/drawingml/2006/main">
            <a:off x="685800" y="4829175"/>
            <a:ext cx="2857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1">
                <a:solidFill>
                  <a:srgbClr val="285D75"/>
                </a:solidFill>
                <a:latin typeface="Arial"/>
                <a:ea typeface="Arial"/>
                <a:cs typeface="Arial"/>
              </a:defRPr>
            </a:defPPr>
          </a:lstStyle>
          <a:p xmlns:a="http://schemas.openxmlformats.org/drawingml/2006/main">
            <a:pPr>
              <a:defRPr sz="1950" b="1">
                <a:solidFill>
                  <a:srgbClr val="285D75"/>
                </a:solidFill>
                <a:latin typeface="Arial"/>
                <a:ea typeface="Arial"/>
                <a:cs typeface="Arial"/>
              </a:defRPr>
            </a:pPr>
            <a:r>
              <a:rPr sz="1950" b="1">
                <a:solidFill>
                  <a:srgbClr val="285D75"/>
                </a:solidFill>
                <a:latin typeface="Arial"/>
                <a:ea typeface="Arial"/>
                <a:cs typeface="Arial"/>
              </a:rPr>
              <a:t>Separate scope</a:t>
            </a:r>
          </a:p>
        </p:txBody>
      </p:sp>
      <p:sp>
        <p:nvSpPr>
          <p:cNvPr id="9" name="">
            <a:extLst xmlns:a="http://schemas.openxmlformats.org/drawingml/2006/main">
              <a:ext uri="{FF2B5EF4-FFF2-40B4-BE49-F238E27FC236}">
                <a16:creationId xmlns:a16="http://schemas.microsoft.com/office/drawing/2014/main" id="{9BA38C33-E18A-42B0-88EC-C096F6464604}"/>
              </a:ext>
            </a:extLst>
          </p:cNvPr>
          <p:cNvSpPr>
            <a:spLocks xmlns:a="http://schemas.openxmlformats.org/drawingml/2006/main" noGrp="1"/>
          </p:cNvSpPr>
          <p:nvPr/>
        </p:nvSpPr>
        <p:spPr>
          <a:xfrm xmlns:a="http://schemas.openxmlformats.org/drawingml/2006/main">
            <a:off x="3905250" y="4829175"/>
            <a:ext cx="7524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025" b="0">
                <a:solidFill>
                  <a:srgbClr val="1E3040"/>
                </a:solidFill>
                <a:latin typeface="Arial"/>
                <a:ea typeface="Arial"/>
                <a:cs typeface="Arial"/>
              </a:defRPr>
            </a:defPPr>
          </a:lstStyle>
          <a:p xmlns:a="http://schemas.openxmlformats.org/drawingml/2006/main">
            <a:pPr>
              <a:defRPr sz="2025" b="0">
                <a:solidFill>
                  <a:srgbClr val="1E3040"/>
                </a:solidFill>
                <a:latin typeface="Arial"/>
                <a:ea typeface="Arial"/>
                <a:cs typeface="Arial"/>
              </a:defRPr>
            </a:pPr>
            <a:r>
              <a:rPr sz="2025" b="0">
                <a:solidFill>
                  <a:srgbClr val="1E3040"/>
                </a:solidFill>
                <a:latin typeface="Arial"/>
                <a:ea typeface="Arial"/>
                <a:cs typeface="Arial"/>
              </a:rPr>
              <a:t>CAD conversion and automatic geometry interpretation stay outside this test.</a:t>
            </a:r>
          </a:p>
        </p:txBody>
      </p:sp>
      <p:sp>
        <p:nvSpPr>
          <p:cNvPr id="10" name="">
            <a:extLst xmlns:a="http://schemas.openxmlformats.org/drawingml/2006/main">
              <a:ext uri="{FF2B5EF4-FFF2-40B4-BE49-F238E27FC236}">
                <a16:creationId xmlns:a16="http://schemas.microsoft.com/office/drawing/2014/main" id="{F7634E32-244E-44AF-B292-4A10CCEAC283}"/>
              </a:ext>
            </a:extLst>
          </p:cNvPr>
          <p:cNvSpPr>
            <a:spLocks xmlns:a="http://schemas.openxmlformats.org/drawingml/2006/main" noGrp="1"/>
          </p:cNvSpPr>
          <p:nvPr/>
        </p:nvSpPr>
        <p:spPr>
          <a:xfrm xmlns:a="http://schemas.openxmlformats.org/drawingml/2006/main">
            <a:off x="685800" y="6419850"/>
            <a:ext cx="1028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125" b="0">
                <a:solidFill>
                  <a:srgbClr val="657784"/>
                </a:solidFill>
                <a:latin typeface="Arial"/>
                <a:ea typeface="Arial"/>
                <a:cs typeface="Arial"/>
              </a:defRPr>
            </a:defPPr>
          </a:lstStyle>
          <a:p xmlns:a="http://schemas.openxmlformats.org/drawingml/2006/main">
            <a:pPr>
              <a:defRPr sz="1125" b="0">
                <a:solidFill>
                  <a:srgbClr val="657784"/>
                </a:solidFill>
                <a:latin typeface="Arial"/>
                <a:ea typeface="Arial"/>
                <a:cs typeface="Arial"/>
              </a:defRPr>
            </a:pPr>
            <a:r>
              <a:rPr sz="1125" b="0">
                <a:solidFill>
                  <a:srgbClr val="657784"/>
                </a:solidFill>
                <a:latin typeface="Arial"/>
                <a:ea typeface="Arial"/>
                <a:cs typeface="Arial"/>
              </a:rPr>
              <a:t>Fictional exercise. Detailed candidate brief defines the requirements.</a:t>
            </a:r>
          </a:p>
        </p:txBody>
      </p:sp>
      <p:sp>
        <p:nvSpPr>
          <p:cNvPr id="11" name="">
            <a:extLst xmlns:a="http://schemas.openxmlformats.org/drawingml/2006/main">
              <a:ext uri="{FF2B5EF4-FFF2-40B4-BE49-F238E27FC236}">
                <a16:creationId xmlns:a16="http://schemas.microsoft.com/office/drawing/2014/main" id="{3A18940B-C420-4B98-A40F-38427EB2508C}"/>
              </a:ext>
            </a:extLst>
          </p:cNvPr>
          <p:cNvSpPr>
            <a:spLocks xmlns:a="http://schemas.openxmlformats.org/drawingml/2006/main" noGrp="1"/>
          </p:cNvSpPr>
          <p:nvPr/>
        </p:nvSpPr>
        <p:spPr>
          <a:xfrm xmlns:a="http://schemas.openxmlformats.org/drawingml/2006/main">
            <a:off x="11334750" y="641985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125" b="0">
                <a:solidFill>
                  <a:srgbClr val="657784"/>
                </a:solidFill>
                <a:latin typeface="Arial"/>
                <a:ea typeface="Arial"/>
                <a:cs typeface="Arial"/>
              </a:defRPr>
            </a:defPPr>
          </a:lstStyle>
          <a:p xmlns:a="http://schemas.openxmlformats.org/drawingml/2006/main">
            <a:pPr>
              <a:defRPr sz="1125" b="0">
                <a:solidFill>
                  <a:srgbClr val="657784"/>
                </a:solidFill>
                <a:latin typeface="Arial"/>
                <a:ea typeface="Arial"/>
                <a:cs typeface="Arial"/>
              </a:defRPr>
            </a:pPr>
            <a:r>
              <a:rPr sz="1125" b="0">
                <a:solidFill>
                  <a:srgbClr val="657784"/>
                </a:solidFill>
                <a:latin typeface="Arial"/>
                <a:ea typeface="Arial"/>
                <a:cs typeface="Arial"/>
              </a:rPr>
              <a:t>11</a:t>
            </a:r>
          </a:p>
        </p:txBody>
      </p:sp>
    </p:spTree>
    <p:extLst>
      <p:ext uri="{BB962C8B-B14F-4D97-AF65-F5344CB8AC3E}">
        <p14:creationId xmlns:p14="http://schemas.microsoft.com/office/powerpoint/2010/main" val="1199826930"/>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E13BCE4-33C9-466C-9859-F73BDEE5A017}"/>
              </a:ext>
            </a:extLst>
          </p:cNvPr>
          <p:cNvSpPr>
            <a:spLocks xmlns:a="http://schemas.openxmlformats.org/drawingml/2006/main" noGrp="1"/>
          </p:cNvSpPr>
          <p:nvPr/>
        </p:nvSpPr>
        <p:spPr>
          <a:xfrm xmlns:a="http://schemas.openxmlformats.org/drawingml/2006/main">
            <a:off x="685800" y="5715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450" b="1">
                <a:solidFill>
                  <a:srgbClr val="142C3D"/>
                </a:solidFill>
                <a:latin typeface="Arial"/>
                <a:ea typeface="Arial"/>
                <a:cs typeface="Arial"/>
              </a:defRPr>
            </a:defPPr>
          </a:lstStyle>
          <a:p xmlns:a="http://schemas.openxmlformats.org/drawingml/2006/main">
            <a:pPr>
              <a:defRPr sz="3450" b="1">
                <a:solidFill>
                  <a:srgbClr val="142C3D"/>
                </a:solidFill>
                <a:latin typeface="Arial"/>
                <a:ea typeface="Arial"/>
                <a:cs typeface="Arial"/>
              </a:defRPr>
            </a:pPr>
            <a:r>
              <a:rPr sz="3450" b="1">
                <a:solidFill>
                  <a:srgbClr val="142C3D"/>
                </a:solidFill>
                <a:latin typeface="Arial"/>
                <a:ea typeface="Arial"/>
                <a:cs typeface="Arial"/>
              </a:rPr>
              <a:t>Two working days for the core</a:t>
            </a:r>
          </a:p>
        </p:txBody>
      </p:sp>
      <p:sp>
        <p:nvSpPr>
          <p:cNvPr id="2" name="">
            <a:extLst xmlns:a="http://schemas.openxmlformats.org/drawingml/2006/main">
              <a:ext uri="{FF2B5EF4-FFF2-40B4-BE49-F238E27FC236}">
                <a16:creationId xmlns:a16="http://schemas.microsoft.com/office/drawing/2014/main" id="{AF5874A0-9B17-4F6D-B75F-DB12D1246701}"/>
              </a:ext>
            </a:extLst>
          </p:cNvPr>
          <p:cNvSpPr>
            <a:spLocks xmlns:a="http://schemas.openxmlformats.org/drawingml/2006/main" noGrp="1"/>
          </p:cNvSpPr>
          <p:nvPr/>
        </p:nvSpPr>
        <p:spPr>
          <a:xfrm xmlns:a="http://schemas.openxmlformats.org/drawingml/2006/main">
            <a:off x="685800" y="1828800"/>
            <a:ext cx="2857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1">
                <a:solidFill>
                  <a:srgbClr val="285D75"/>
                </a:solidFill>
                <a:latin typeface="Arial"/>
                <a:ea typeface="Arial"/>
                <a:cs typeface="Arial"/>
              </a:defRPr>
            </a:defPPr>
          </a:lstStyle>
          <a:p xmlns:a="http://schemas.openxmlformats.org/drawingml/2006/main">
            <a:pPr>
              <a:defRPr sz="1950" b="1">
                <a:solidFill>
                  <a:srgbClr val="285D75"/>
                </a:solidFill>
                <a:latin typeface="Arial"/>
                <a:ea typeface="Arial"/>
                <a:cs typeface="Arial"/>
              </a:defRPr>
            </a:pPr>
            <a:r>
              <a:rPr sz="1950" b="1">
                <a:solidFill>
                  <a:srgbClr val="285D75"/>
                </a:solidFill>
                <a:latin typeface="Arial"/>
                <a:ea typeface="Arial"/>
                <a:cs typeface="Arial"/>
              </a:rPr>
              <a:t>Day 1</a:t>
            </a:r>
          </a:p>
        </p:txBody>
      </p:sp>
      <p:sp>
        <p:nvSpPr>
          <p:cNvPr id="3" name="">
            <a:extLst xmlns:a="http://schemas.openxmlformats.org/drawingml/2006/main">
              <a:ext uri="{FF2B5EF4-FFF2-40B4-BE49-F238E27FC236}">
                <a16:creationId xmlns:a16="http://schemas.microsoft.com/office/drawing/2014/main" id="{83172658-BD6A-482A-BA03-6A33A1D1891B}"/>
              </a:ext>
            </a:extLst>
          </p:cNvPr>
          <p:cNvSpPr>
            <a:spLocks xmlns:a="http://schemas.openxmlformats.org/drawingml/2006/main" noGrp="1"/>
          </p:cNvSpPr>
          <p:nvPr/>
        </p:nvSpPr>
        <p:spPr>
          <a:xfrm xmlns:a="http://schemas.openxmlformats.org/drawingml/2006/main">
            <a:off x="3905250" y="1828800"/>
            <a:ext cx="7524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025" b="0">
                <a:solidFill>
                  <a:srgbClr val="1E3040"/>
                </a:solidFill>
                <a:latin typeface="Arial"/>
                <a:ea typeface="Arial"/>
                <a:cs typeface="Arial"/>
              </a:defRPr>
            </a:defPPr>
          </a:lstStyle>
          <a:p xmlns:a="http://schemas.openxmlformats.org/drawingml/2006/main">
            <a:pPr>
              <a:defRPr sz="2025" b="0">
                <a:solidFill>
                  <a:srgbClr val="1E3040"/>
                </a:solidFill>
                <a:latin typeface="Arial"/>
                <a:ea typeface="Arial"/>
                <a:cs typeface="Arial"/>
              </a:defRPr>
            </a:pPr>
            <a:r>
              <a:rPr sz="2025" b="0">
                <a:solidFill>
                  <a:srgbClr val="1E3040"/>
                </a:solidFill>
                <a:latin typeface="Arial"/>
                <a:ea typeface="Arial"/>
                <a:cs typeface="Arial"/>
              </a:rPr>
              <a:t>Forms, persistence, PDF upload, real AI extraction and employee review.</a:t>
            </a:r>
          </a:p>
        </p:txBody>
      </p:sp>
      <p:sp>
        <p:nvSpPr>
          <p:cNvPr id="4" name="">
            <a:extLst xmlns:a="http://schemas.openxmlformats.org/drawingml/2006/main">
              <a:ext uri="{FF2B5EF4-FFF2-40B4-BE49-F238E27FC236}">
                <a16:creationId xmlns:a16="http://schemas.microsoft.com/office/drawing/2014/main" id="{44A8BFC0-FC10-452E-92A6-0FB7EBE27B8B}"/>
              </a:ext>
            </a:extLst>
          </p:cNvPr>
          <p:cNvSpPr>
            <a:spLocks xmlns:a="http://schemas.openxmlformats.org/drawingml/2006/main" noGrp="1"/>
          </p:cNvSpPr>
          <p:nvPr/>
        </p:nvSpPr>
        <p:spPr>
          <a:xfrm xmlns:a="http://schemas.openxmlformats.org/drawingml/2006/main">
            <a:off x="685800" y="2828925"/>
            <a:ext cx="2857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1">
                <a:solidFill>
                  <a:srgbClr val="285D75"/>
                </a:solidFill>
                <a:latin typeface="Arial"/>
                <a:ea typeface="Arial"/>
                <a:cs typeface="Arial"/>
              </a:defRPr>
            </a:defPPr>
          </a:lstStyle>
          <a:p xmlns:a="http://schemas.openxmlformats.org/drawingml/2006/main">
            <a:pPr>
              <a:defRPr sz="1950" b="1">
                <a:solidFill>
                  <a:srgbClr val="285D75"/>
                </a:solidFill>
                <a:latin typeface="Arial"/>
                <a:ea typeface="Arial"/>
                <a:cs typeface="Arial"/>
              </a:defRPr>
            </a:pPr>
            <a:r>
              <a:rPr sz="1950" b="1">
                <a:solidFill>
                  <a:srgbClr val="285D75"/>
                </a:solidFill>
                <a:latin typeface="Arial"/>
                <a:ea typeface="Arial"/>
                <a:cs typeface="Arial"/>
              </a:rPr>
              <a:t>Day 2</a:t>
            </a:r>
          </a:p>
        </p:txBody>
      </p:sp>
      <p:sp>
        <p:nvSpPr>
          <p:cNvPr id="5" name="">
            <a:extLst xmlns:a="http://schemas.openxmlformats.org/drawingml/2006/main">
              <a:ext uri="{FF2B5EF4-FFF2-40B4-BE49-F238E27FC236}">
                <a16:creationId xmlns:a16="http://schemas.microsoft.com/office/drawing/2014/main" id="{3674981B-889E-483D-9944-2BCC015C1437}"/>
              </a:ext>
            </a:extLst>
          </p:cNvPr>
          <p:cNvSpPr>
            <a:spLocks xmlns:a="http://schemas.openxmlformats.org/drawingml/2006/main" noGrp="1"/>
          </p:cNvSpPr>
          <p:nvPr/>
        </p:nvSpPr>
        <p:spPr>
          <a:xfrm xmlns:a="http://schemas.openxmlformats.org/drawingml/2006/main">
            <a:off x="3905250" y="2828925"/>
            <a:ext cx="7524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025" b="0">
                <a:solidFill>
                  <a:srgbClr val="1E3040"/>
                </a:solidFill>
                <a:latin typeface="Arial"/>
                <a:ea typeface="Arial"/>
                <a:cs typeface="Arial"/>
              </a:defRPr>
            </a:defPPr>
          </a:lstStyle>
          <a:p xmlns:a="http://schemas.openxmlformats.org/drawingml/2006/main">
            <a:pPr>
              <a:defRPr sz="2025" b="0">
                <a:solidFill>
                  <a:srgbClr val="1E3040"/>
                </a:solidFill>
                <a:latin typeface="Arial"/>
                <a:ea typeface="Arial"/>
                <a:cs typeface="Arial"/>
              </a:defRPr>
            </a:pPr>
            <a:r>
              <a:rPr sz="2025" b="0">
                <a:solidFill>
                  <a:srgbClr val="1E3040"/>
                </a:solidFill>
                <a:latin typeface="Arial"/>
                <a:ea typeface="Arial"/>
                <a:cs typeface="Arial"/>
              </a:rPr>
              <a:t>Matching, recommendations, costs, Word and PDF export, preview and verification.</a:t>
            </a:r>
          </a:p>
        </p:txBody>
      </p:sp>
      <p:sp>
        <p:nvSpPr>
          <p:cNvPr id="6" name="">
            <a:extLst xmlns:a="http://schemas.openxmlformats.org/drawingml/2006/main">
              <a:ext uri="{FF2B5EF4-FFF2-40B4-BE49-F238E27FC236}">
                <a16:creationId xmlns:a16="http://schemas.microsoft.com/office/drawing/2014/main" id="{8768CDA7-D90D-474C-9589-BAC021C2CA10}"/>
              </a:ext>
            </a:extLst>
          </p:cNvPr>
          <p:cNvSpPr>
            <a:spLocks xmlns:a="http://schemas.openxmlformats.org/drawingml/2006/main" noGrp="1"/>
          </p:cNvSpPr>
          <p:nvPr/>
        </p:nvSpPr>
        <p:spPr>
          <a:xfrm xmlns:a="http://schemas.openxmlformats.org/drawingml/2006/main">
            <a:off x="685800" y="3829050"/>
            <a:ext cx="2857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1">
                <a:solidFill>
                  <a:srgbClr val="285D75"/>
                </a:solidFill>
                <a:latin typeface="Arial"/>
                <a:ea typeface="Arial"/>
                <a:cs typeface="Arial"/>
              </a:defRPr>
            </a:defPPr>
          </a:lstStyle>
          <a:p xmlns:a="http://schemas.openxmlformats.org/drawingml/2006/main">
            <a:pPr>
              <a:defRPr sz="1950" b="1">
                <a:solidFill>
                  <a:srgbClr val="285D75"/>
                </a:solidFill>
                <a:latin typeface="Arial"/>
                <a:ea typeface="Arial"/>
                <a:cs typeface="Arial"/>
              </a:defRPr>
            </a:pPr>
            <a:r>
              <a:rPr sz="1950" b="1">
                <a:solidFill>
                  <a:srgbClr val="285D75"/>
                </a:solidFill>
                <a:latin typeface="Arial"/>
                <a:ea typeface="Arial"/>
                <a:cs typeface="Arial"/>
              </a:rPr>
              <a:t>Optional third day</a:t>
            </a:r>
          </a:p>
        </p:txBody>
      </p:sp>
      <p:sp>
        <p:nvSpPr>
          <p:cNvPr id="7" name="">
            <a:extLst xmlns:a="http://schemas.openxmlformats.org/drawingml/2006/main">
              <a:ext uri="{FF2B5EF4-FFF2-40B4-BE49-F238E27FC236}">
                <a16:creationId xmlns:a16="http://schemas.microsoft.com/office/drawing/2014/main" id="{734D29AB-6600-431C-A05E-80FB6D1096F8}"/>
              </a:ext>
            </a:extLst>
          </p:cNvPr>
          <p:cNvSpPr>
            <a:spLocks xmlns:a="http://schemas.openxmlformats.org/drawingml/2006/main" noGrp="1"/>
          </p:cNvSpPr>
          <p:nvPr/>
        </p:nvSpPr>
        <p:spPr>
          <a:xfrm xmlns:a="http://schemas.openxmlformats.org/drawingml/2006/main">
            <a:off x="3905250" y="3829050"/>
            <a:ext cx="7524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025" b="0">
                <a:solidFill>
                  <a:srgbClr val="1E3040"/>
                </a:solidFill>
                <a:latin typeface="Arial"/>
                <a:ea typeface="Arial"/>
                <a:cs typeface="Arial"/>
              </a:defRPr>
            </a:defPPr>
          </a:lstStyle>
          <a:p xmlns:a="http://schemas.openxmlformats.org/drawingml/2006/main">
            <a:pPr>
              <a:defRPr sz="2025" b="0">
                <a:solidFill>
                  <a:srgbClr val="1E3040"/>
                </a:solidFill>
                <a:latin typeface="Arial"/>
                <a:ea typeface="Arial"/>
                <a:cs typeface="Arial"/>
              </a:defRPr>
            </a:pPr>
            <a:r>
              <a:rPr sz="2025" b="0">
                <a:solidFill>
                  <a:srgbClr val="1E3040"/>
                </a:solidFill>
                <a:latin typeface="Arial"/>
                <a:ea typeface="Arial"/>
                <a:cs typeface="Arial"/>
              </a:rPr>
              <a:t>Up to four additional hours for mapping if agreed in advance.</a:t>
            </a:r>
          </a:p>
        </p:txBody>
      </p:sp>
      <p:sp>
        <p:nvSpPr>
          <p:cNvPr id="8" name="">
            <a:extLst xmlns:a="http://schemas.openxmlformats.org/drawingml/2006/main">
              <a:ext uri="{FF2B5EF4-FFF2-40B4-BE49-F238E27FC236}">
                <a16:creationId xmlns:a16="http://schemas.microsoft.com/office/drawing/2014/main" id="{6A6954CF-2E62-434B-822B-68526A1B2CD0}"/>
              </a:ext>
            </a:extLst>
          </p:cNvPr>
          <p:cNvSpPr>
            <a:spLocks xmlns:a="http://schemas.openxmlformats.org/drawingml/2006/main" noGrp="1"/>
          </p:cNvSpPr>
          <p:nvPr/>
        </p:nvSpPr>
        <p:spPr>
          <a:xfrm xmlns:a="http://schemas.openxmlformats.org/drawingml/2006/main">
            <a:off x="685800" y="4829175"/>
            <a:ext cx="2857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1">
                <a:solidFill>
                  <a:srgbClr val="285D75"/>
                </a:solidFill>
                <a:latin typeface="Arial"/>
                <a:ea typeface="Arial"/>
                <a:cs typeface="Arial"/>
              </a:defRPr>
            </a:defPPr>
          </a:lstStyle>
          <a:p xmlns:a="http://schemas.openxmlformats.org/drawingml/2006/main">
            <a:pPr>
              <a:defRPr sz="1950" b="1">
                <a:solidFill>
                  <a:srgbClr val="285D75"/>
                </a:solidFill>
                <a:latin typeface="Arial"/>
                <a:ea typeface="Arial"/>
                <a:cs typeface="Arial"/>
              </a:defRPr>
            </a:pPr>
            <a:r>
              <a:rPr sz="1950" b="1">
                <a:solidFill>
                  <a:srgbClr val="285D75"/>
                </a:solidFill>
                <a:latin typeface="Arial"/>
                <a:ea typeface="Arial"/>
                <a:cs typeface="Arial"/>
              </a:rPr>
              <a:t>Time limit</a:t>
            </a:r>
          </a:p>
        </p:txBody>
      </p:sp>
      <p:sp>
        <p:nvSpPr>
          <p:cNvPr id="9" name="">
            <a:extLst xmlns:a="http://schemas.openxmlformats.org/drawingml/2006/main">
              <a:ext uri="{FF2B5EF4-FFF2-40B4-BE49-F238E27FC236}">
                <a16:creationId xmlns:a16="http://schemas.microsoft.com/office/drawing/2014/main" id="{CACA5A3A-9114-4050-9E68-BE8408DDE893}"/>
              </a:ext>
            </a:extLst>
          </p:cNvPr>
          <p:cNvSpPr>
            <a:spLocks xmlns:a="http://schemas.openxmlformats.org/drawingml/2006/main" noGrp="1"/>
          </p:cNvSpPr>
          <p:nvPr/>
        </p:nvSpPr>
        <p:spPr>
          <a:xfrm xmlns:a="http://schemas.openxmlformats.org/drawingml/2006/main">
            <a:off x="3905250" y="4829175"/>
            <a:ext cx="7524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025" b="0">
                <a:solidFill>
                  <a:srgbClr val="1E3040"/>
                </a:solidFill>
                <a:latin typeface="Arial"/>
                <a:ea typeface="Arial"/>
                <a:cs typeface="Arial"/>
              </a:defRPr>
            </a:defPPr>
          </a:lstStyle>
          <a:p xmlns:a="http://schemas.openxmlformats.org/drawingml/2006/main">
            <a:pPr>
              <a:defRPr sz="2025" b="0">
                <a:solidFill>
                  <a:srgbClr val="1E3040"/>
                </a:solidFill>
                <a:latin typeface="Arial"/>
                <a:ea typeface="Arial"/>
                <a:cs typeface="Arial"/>
              </a:defRPr>
            </a:pPr>
            <a:r>
              <a:rPr sz="2025" b="0">
                <a:solidFill>
                  <a:srgbClr val="1E3040"/>
                </a:solidFill>
                <a:latin typeface="Arial"/>
                <a:ea typeface="Arial"/>
                <a:cs typeface="Arial"/>
              </a:rPr>
              <a:t>Core maximum 16 focused hours. Record time and disclose unfinished work.</a:t>
            </a:r>
          </a:p>
        </p:txBody>
      </p:sp>
      <p:sp>
        <p:nvSpPr>
          <p:cNvPr id="10" name="">
            <a:extLst xmlns:a="http://schemas.openxmlformats.org/drawingml/2006/main">
              <a:ext uri="{FF2B5EF4-FFF2-40B4-BE49-F238E27FC236}">
                <a16:creationId xmlns:a16="http://schemas.microsoft.com/office/drawing/2014/main" id="{9E2F5353-0FCC-43E4-A6C3-5FDFDC8777DD}"/>
              </a:ext>
            </a:extLst>
          </p:cNvPr>
          <p:cNvSpPr>
            <a:spLocks xmlns:a="http://schemas.openxmlformats.org/drawingml/2006/main" noGrp="1"/>
          </p:cNvSpPr>
          <p:nvPr/>
        </p:nvSpPr>
        <p:spPr>
          <a:xfrm xmlns:a="http://schemas.openxmlformats.org/drawingml/2006/main">
            <a:off x="685800" y="6419850"/>
            <a:ext cx="1028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125" b="0">
                <a:solidFill>
                  <a:srgbClr val="657784"/>
                </a:solidFill>
                <a:latin typeface="Arial"/>
                <a:ea typeface="Arial"/>
                <a:cs typeface="Arial"/>
              </a:defRPr>
            </a:defPPr>
          </a:lstStyle>
          <a:p xmlns:a="http://schemas.openxmlformats.org/drawingml/2006/main">
            <a:pPr>
              <a:defRPr sz="1125" b="0">
                <a:solidFill>
                  <a:srgbClr val="657784"/>
                </a:solidFill>
                <a:latin typeface="Arial"/>
                <a:ea typeface="Arial"/>
                <a:cs typeface="Arial"/>
              </a:defRPr>
            </a:pPr>
            <a:r>
              <a:rPr sz="1125" b="0">
                <a:solidFill>
                  <a:srgbClr val="657784"/>
                </a:solidFill>
                <a:latin typeface="Arial"/>
                <a:ea typeface="Arial"/>
                <a:cs typeface="Arial"/>
              </a:rPr>
              <a:t>Fictional exercise. Detailed candidate brief defines the requirements.</a:t>
            </a:r>
          </a:p>
        </p:txBody>
      </p:sp>
      <p:sp>
        <p:nvSpPr>
          <p:cNvPr id="11" name="">
            <a:extLst xmlns:a="http://schemas.openxmlformats.org/drawingml/2006/main">
              <a:ext uri="{FF2B5EF4-FFF2-40B4-BE49-F238E27FC236}">
                <a16:creationId xmlns:a16="http://schemas.microsoft.com/office/drawing/2014/main" id="{258135ED-F343-4764-BB73-640CF2596FA5}"/>
              </a:ext>
            </a:extLst>
          </p:cNvPr>
          <p:cNvSpPr>
            <a:spLocks xmlns:a="http://schemas.openxmlformats.org/drawingml/2006/main" noGrp="1"/>
          </p:cNvSpPr>
          <p:nvPr/>
        </p:nvSpPr>
        <p:spPr>
          <a:xfrm xmlns:a="http://schemas.openxmlformats.org/drawingml/2006/main">
            <a:off x="11334750" y="641985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125" b="0">
                <a:solidFill>
                  <a:srgbClr val="657784"/>
                </a:solidFill>
                <a:latin typeface="Arial"/>
                <a:ea typeface="Arial"/>
                <a:cs typeface="Arial"/>
              </a:defRPr>
            </a:defPPr>
          </a:lstStyle>
          <a:p xmlns:a="http://schemas.openxmlformats.org/drawingml/2006/main">
            <a:pPr>
              <a:defRPr sz="1125" b="0">
                <a:solidFill>
                  <a:srgbClr val="657784"/>
                </a:solidFill>
                <a:latin typeface="Arial"/>
                <a:ea typeface="Arial"/>
                <a:cs typeface="Arial"/>
              </a:defRPr>
            </a:pPr>
            <a:r>
              <a:rPr sz="1125" b="0">
                <a:solidFill>
                  <a:srgbClr val="657784"/>
                </a:solidFill>
                <a:latin typeface="Arial"/>
                <a:ea typeface="Arial"/>
                <a:cs typeface="Arial"/>
              </a:rPr>
              <a:t>12</a:t>
            </a:r>
          </a:p>
        </p:txBody>
      </p:sp>
    </p:spTree>
    <p:extLst>
      <p:ext uri="{BB962C8B-B14F-4D97-AF65-F5344CB8AC3E}">
        <p14:creationId xmlns:p14="http://schemas.microsoft.com/office/powerpoint/2010/main" val="1789267101"/>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E0879C7-8FF4-4B41-AD12-1B62B991E5E7}"/>
              </a:ext>
            </a:extLst>
          </p:cNvPr>
          <p:cNvSpPr>
            <a:spLocks xmlns:a="http://schemas.openxmlformats.org/drawingml/2006/main" noGrp="1"/>
          </p:cNvSpPr>
          <p:nvPr/>
        </p:nvSpPr>
        <p:spPr>
          <a:xfrm xmlns:a="http://schemas.openxmlformats.org/drawingml/2006/main">
            <a:off x="685800" y="5715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450" b="1">
                <a:solidFill>
                  <a:srgbClr val="142C3D"/>
                </a:solidFill>
                <a:latin typeface="Arial"/>
                <a:ea typeface="Arial"/>
                <a:cs typeface="Arial"/>
              </a:defRPr>
            </a:defPPr>
          </a:lstStyle>
          <a:p xmlns:a="http://schemas.openxmlformats.org/drawingml/2006/main">
            <a:pPr>
              <a:defRPr sz="3450" b="1">
                <a:solidFill>
                  <a:srgbClr val="142C3D"/>
                </a:solidFill>
                <a:latin typeface="Arial"/>
                <a:ea typeface="Arial"/>
                <a:cs typeface="Arial"/>
              </a:defRPr>
            </a:pPr>
            <a:r>
              <a:rPr sz="3450" b="1">
                <a:solidFill>
                  <a:srgbClr val="142C3D"/>
                </a:solidFill>
                <a:latin typeface="Arial"/>
                <a:ea typeface="Arial"/>
                <a:cs typeface="Arial"/>
              </a:rPr>
              <a:t>Submission and scoring</a:t>
            </a:r>
          </a:p>
        </p:txBody>
      </p:sp>
      <p:graphicFrame>
        <p:nvGraphicFramePr>
          <p:cNvPr id="2" name="">
            <a:extLst xmlns:a="http://schemas.openxmlformats.org/drawingml/2006/main">
              <a:ext uri="{FF2B5EF4-FFF2-40B4-BE49-F238E27FC236}">
                <a16:creationId xmlns:a16="http://schemas.microsoft.com/office/drawing/2014/main" id="{4C16BD0F-C3DD-4C32-9C53-06088DFEB6FC}"/>
              </a:ext>
            </a:extLst>
          </p:cNvPr>
          <p:cNvGraphicFramePr/>
          <p:nvPr/>
        </p:nvGraphicFramePr>
        <p:xfrm>
          <a:off xmlns:a="http://schemas.openxmlformats.org/drawingml/2006/main" x="685800" y="1762125"/>
          <a:ext xmlns:a="http://schemas.openxmlformats.org/drawingml/2006/main" cx="10820400" cy="3867150"/>
        </p:xfrm>
        <a:graphic xmlns:a="http://schemas.openxmlformats.org/drawingml/2006/main">
          <a:graphicData uri="http://schemas.openxmlformats.org/drawingml/2006/table">
            <a:tbl>
              <a:tblPr/>
              <a:tblGrid>
                <a:gridCol w="8572500"/>
                <a:gridCol w="2247900"/>
              </a:tblGrid>
              <a:tr h="644525">
                <a:tc>
                  <a:txBody>
                    <a:bodyPr/>
                    <a:lstStyle/>
                    <a:p>
                      <a:r>
                        <a:rPr sz="1950" b="1">
                          <a:solidFill>
                            <a:srgbClr val="142C3D"/>
                          </a:solidFill>
                          <a:latin typeface="Arial"/>
                          <a:ea typeface="Arial"/>
                          <a:cs typeface="Arial"/>
                        </a:rPr>
                        <a:t>Core area</a:t>
                      </a:r>
                    </a:p>
                  </a:txBody>
                  <a:tcPr marL="142875" marR="142875" marT="114300" marB="114300" anchor="ctr">
                    <a:lnL w="7620">
                      <a:solidFill>
                        <a:srgbClr val="D0DAE1"/>
                      </a:solidFill>
                      <a:prstDash val="solid"/>
                    </a:lnL>
                    <a:lnR w="7620">
                      <a:solidFill>
                        <a:srgbClr val="D0DAE1"/>
                      </a:solidFill>
                      <a:prstDash val="solid"/>
                    </a:lnR>
                    <a:lnT w="7620">
                      <a:solidFill>
                        <a:srgbClr val="D0DAE1"/>
                      </a:solidFill>
                      <a:prstDash val="solid"/>
                    </a:lnT>
                    <a:lnB w="7620">
                      <a:solidFill>
                        <a:srgbClr val="D0DAE1"/>
                      </a:solidFill>
                      <a:prstDash val="solid"/>
                    </a:lnB>
                    <a:solidFill>
                      <a:srgbClr val="EDF3F6"/>
                    </a:solidFill>
                  </a:tcPr>
                </a:tc>
                <a:tc>
                  <a:txBody>
                    <a:bodyPr/>
                    <a:lstStyle/>
                    <a:p>
                      <a:r>
                        <a:rPr sz="1950" b="1">
                          <a:solidFill>
                            <a:srgbClr val="142C3D"/>
                          </a:solidFill>
                          <a:latin typeface="Arial"/>
                          <a:ea typeface="Arial"/>
                          <a:cs typeface="Arial"/>
                        </a:rPr>
                        <a:t>Points</a:t>
                      </a:r>
                    </a:p>
                  </a:txBody>
                  <a:tcPr marL="142875" marR="142875" marT="114300" marB="114300" anchor="ctr">
                    <a:lnR w="7620">
                      <a:solidFill>
                        <a:srgbClr val="D0DAE1"/>
                      </a:solidFill>
                      <a:prstDash val="solid"/>
                    </a:lnR>
                    <a:lnT w="7620">
                      <a:solidFill>
                        <a:srgbClr val="D0DAE1"/>
                      </a:solidFill>
                      <a:prstDash val="solid"/>
                    </a:lnT>
                    <a:lnB w="7620">
                      <a:solidFill>
                        <a:srgbClr val="D0DAE1"/>
                      </a:solidFill>
                      <a:prstDash val="solid"/>
                    </a:lnB>
                    <a:solidFill>
                      <a:srgbClr val="EDF3F6"/>
                    </a:solidFill>
                  </a:tcPr>
                </a:tc>
              </a:tr>
              <a:tr h="644525">
                <a:tc>
                  <a:txBody>
                    <a:bodyPr/>
                    <a:lstStyle/>
                    <a:p>
                      <a:r>
                        <a:rPr sz="1950">
                          <a:solidFill>
                            <a:srgbClr val="1E3040"/>
                          </a:solidFill>
                          <a:latin typeface="Arial"/>
                          <a:ea typeface="Arial"/>
                          <a:cs typeface="Arial"/>
                        </a:rPr>
                        <a:t>Employee workflow</a:t>
                      </a:r>
                    </a:p>
                  </a:txBody>
                  <a:tcPr marL="142875" marR="142875" marT="114300" marB="114300" anchor="ctr">
                    <a:lnL w="7620">
                      <a:solidFill>
                        <a:srgbClr val="D0DAE1"/>
                      </a:solidFill>
                      <a:prstDash val="solid"/>
                    </a:lnL>
                    <a:lnR w="7620">
                      <a:solidFill>
                        <a:srgbClr val="D0DAE1"/>
                      </a:solidFill>
                      <a:prstDash val="solid"/>
                    </a:lnR>
                    <a:lnB w="7620">
                      <a:solidFill>
                        <a:srgbClr val="D0DAE1"/>
                      </a:solidFill>
                      <a:prstDash val="solid"/>
                    </a:lnB>
                    <a:solidFill>
                      <a:srgbClr val="FFFFFF"/>
                    </a:solidFill>
                  </a:tcPr>
                </a:tc>
                <a:tc>
                  <a:txBody>
                    <a:bodyPr/>
                    <a:lstStyle/>
                    <a:p>
                      <a:r>
                        <a:rPr sz="1950">
                          <a:solidFill>
                            <a:srgbClr val="1E3040"/>
                          </a:solidFill>
                          <a:latin typeface="Arial"/>
                          <a:ea typeface="Arial"/>
                          <a:cs typeface="Arial"/>
                        </a:rPr>
                        <a:t>25</a:t>
                      </a:r>
                    </a:p>
                  </a:txBody>
                  <a:tcPr marL="142875" marR="142875" marT="114300" marB="114300" anchor="ctr">
                    <a:lnR w="7620">
                      <a:solidFill>
                        <a:srgbClr val="D0DAE1"/>
                      </a:solidFill>
                      <a:prstDash val="solid"/>
                    </a:lnR>
                    <a:lnB w="7620">
                      <a:solidFill>
                        <a:srgbClr val="D0DAE1"/>
                      </a:solidFill>
                      <a:prstDash val="solid"/>
                    </a:lnB>
                    <a:solidFill>
                      <a:srgbClr val="FFFFFF"/>
                    </a:solidFill>
                  </a:tcPr>
                </a:tc>
              </a:tr>
              <a:tr h="644525">
                <a:tc>
                  <a:txBody>
                    <a:bodyPr/>
                    <a:lstStyle/>
                    <a:p>
                      <a:r>
                        <a:rPr sz="1950">
                          <a:solidFill>
                            <a:srgbClr val="1E3040"/>
                          </a:solidFill>
                          <a:latin typeface="Arial"/>
                          <a:ea typeface="Arial"/>
                          <a:cs typeface="Arial"/>
                        </a:rPr>
                        <a:t>AI laboratory analysis</a:t>
                      </a:r>
                    </a:p>
                  </a:txBody>
                  <a:tcPr marL="142875" marR="142875" marT="114300" marB="114300" anchor="ctr">
                    <a:lnL w="7620">
                      <a:solidFill>
                        <a:srgbClr val="D0DAE1"/>
                      </a:solidFill>
                      <a:prstDash val="solid"/>
                    </a:lnL>
                    <a:lnR w="7620">
                      <a:solidFill>
                        <a:srgbClr val="D0DAE1"/>
                      </a:solidFill>
                      <a:prstDash val="solid"/>
                    </a:lnR>
                    <a:lnB w="7620">
                      <a:solidFill>
                        <a:srgbClr val="D0DAE1"/>
                      </a:solidFill>
                      <a:prstDash val="solid"/>
                    </a:lnB>
                    <a:solidFill>
                      <a:srgbClr val="FFFFFF"/>
                    </a:solidFill>
                  </a:tcPr>
                </a:tc>
                <a:tc>
                  <a:txBody>
                    <a:bodyPr/>
                    <a:lstStyle/>
                    <a:p>
                      <a:r>
                        <a:rPr sz="1950">
                          <a:solidFill>
                            <a:srgbClr val="1E3040"/>
                          </a:solidFill>
                          <a:latin typeface="Arial"/>
                          <a:ea typeface="Arial"/>
                          <a:cs typeface="Arial"/>
                        </a:rPr>
                        <a:t>30</a:t>
                      </a:r>
                    </a:p>
                  </a:txBody>
                  <a:tcPr marL="142875" marR="142875" marT="114300" marB="114300" anchor="ctr">
                    <a:lnR w="7620">
                      <a:solidFill>
                        <a:srgbClr val="D0DAE1"/>
                      </a:solidFill>
                      <a:prstDash val="solid"/>
                    </a:lnR>
                    <a:lnB w="7620">
                      <a:solidFill>
                        <a:srgbClr val="D0DAE1"/>
                      </a:solidFill>
                      <a:prstDash val="solid"/>
                    </a:lnB>
                    <a:solidFill>
                      <a:srgbClr val="FFFFFF"/>
                    </a:solidFill>
                  </a:tcPr>
                </a:tc>
              </a:tr>
              <a:tr h="644525">
                <a:tc>
                  <a:txBody>
                    <a:bodyPr/>
                    <a:lstStyle/>
                    <a:p>
                      <a:r>
                        <a:rPr sz="1950">
                          <a:solidFill>
                            <a:srgbClr val="1E3040"/>
                          </a:solidFill>
                          <a:latin typeface="Arial"/>
                          <a:ea typeface="Arial"/>
                          <a:cs typeface="Arial"/>
                        </a:rPr>
                        <a:t>Report and recommendations</a:t>
                      </a:r>
                    </a:p>
                  </a:txBody>
                  <a:tcPr marL="142875" marR="142875" marT="114300" marB="114300" anchor="ctr">
                    <a:lnL w="7620">
                      <a:solidFill>
                        <a:srgbClr val="D0DAE1"/>
                      </a:solidFill>
                      <a:prstDash val="solid"/>
                    </a:lnL>
                    <a:lnR w="7620">
                      <a:solidFill>
                        <a:srgbClr val="D0DAE1"/>
                      </a:solidFill>
                      <a:prstDash val="solid"/>
                    </a:lnR>
                    <a:lnB w="7620">
                      <a:solidFill>
                        <a:srgbClr val="D0DAE1"/>
                      </a:solidFill>
                      <a:prstDash val="solid"/>
                    </a:lnB>
                    <a:solidFill>
                      <a:srgbClr val="FFFFFF"/>
                    </a:solidFill>
                  </a:tcPr>
                </a:tc>
                <a:tc>
                  <a:txBody>
                    <a:bodyPr/>
                    <a:lstStyle/>
                    <a:p>
                      <a:r>
                        <a:rPr sz="1950">
                          <a:solidFill>
                            <a:srgbClr val="1E3040"/>
                          </a:solidFill>
                          <a:latin typeface="Arial"/>
                          <a:ea typeface="Arial"/>
                          <a:cs typeface="Arial"/>
                        </a:rPr>
                        <a:t>20</a:t>
                      </a:r>
                    </a:p>
                  </a:txBody>
                  <a:tcPr marL="142875" marR="142875" marT="114300" marB="114300" anchor="ctr">
                    <a:lnR w="7620">
                      <a:solidFill>
                        <a:srgbClr val="D0DAE1"/>
                      </a:solidFill>
                      <a:prstDash val="solid"/>
                    </a:lnR>
                    <a:lnB w="7620">
                      <a:solidFill>
                        <a:srgbClr val="D0DAE1"/>
                      </a:solidFill>
                      <a:prstDash val="solid"/>
                    </a:lnB>
                    <a:solidFill>
                      <a:srgbClr val="FFFFFF"/>
                    </a:solidFill>
                  </a:tcPr>
                </a:tc>
              </a:tr>
              <a:tr h="644525">
                <a:tc>
                  <a:txBody>
                    <a:bodyPr/>
                    <a:lstStyle/>
                    <a:p>
                      <a:r>
                        <a:rPr sz="1950">
                          <a:solidFill>
                            <a:srgbClr val="1E3040"/>
                          </a:solidFill>
                          <a:latin typeface="Arial"/>
                          <a:ea typeface="Arial"/>
                          <a:cs typeface="Arial"/>
                        </a:rPr>
                        <a:t>Cost calculations</a:t>
                      </a:r>
                    </a:p>
                  </a:txBody>
                  <a:tcPr marL="142875" marR="142875" marT="114300" marB="114300" anchor="ctr">
                    <a:lnL w="7620">
                      <a:solidFill>
                        <a:srgbClr val="D0DAE1"/>
                      </a:solidFill>
                      <a:prstDash val="solid"/>
                    </a:lnL>
                    <a:lnR w="7620">
                      <a:solidFill>
                        <a:srgbClr val="D0DAE1"/>
                      </a:solidFill>
                      <a:prstDash val="solid"/>
                    </a:lnR>
                    <a:lnB w="7620">
                      <a:solidFill>
                        <a:srgbClr val="D0DAE1"/>
                      </a:solidFill>
                      <a:prstDash val="solid"/>
                    </a:lnB>
                    <a:solidFill>
                      <a:srgbClr val="FFFFFF"/>
                    </a:solidFill>
                  </a:tcPr>
                </a:tc>
                <a:tc>
                  <a:txBody>
                    <a:bodyPr/>
                    <a:lstStyle/>
                    <a:p>
                      <a:r>
                        <a:rPr sz="1950">
                          <a:solidFill>
                            <a:srgbClr val="1E3040"/>
                          </a:solidFill>
                          <a:latin typeface="Arial"/>
                          <a:ea typeface="Arial"/>
                          <a:cs typeface="Arial"/>
                        </a:rPr>
                        <a:t>15</a:t>
                      </a:r>
                    </a:p>
                  </a:txBody>
                  <a:tcPr marL="142875" marR="142875" marT="114300" marB="114300" anchor="ctr">
                    <a:lnR w="7620">
                      <a:solidFill>
                        <a:srgbClr val="D0DAE1"/>
                      </a:solidFill>
                      <a:prstDash val="solid"/>
                    </a:lnR>
                    <a:lnB w="7620">
                      <a:solidFill>
                        <a:srgbClr val="D0DAE1"/>
                      </a:solidFill>
                      <a:prstDash val="solid"/>
                    </a:lnB>
                    <a:solidFill>
                      <a:srgbClr val="FFFFFF"/>
                    </a:solidFill>
                  </a:tcPr>
                </a:tc>
              </a:tr>
              <a:tr h="644525">
                <a:tc>
                  <a:txBody>
                    <a:bodyPr/>
                    <a:lstStyle/>
                    <a:p>
                      <a:r>
                        <a:rPr sz="1950">
                          <a:solidFill>
                            <a:srgbClr val="1E3040"/>
                          </a:solidFill>
                          <a:latin typeface="Arial"/>
                          <a:ea typeface="Arial"/>
                          <a:cs typeface="Arial"/>
                        </a:rPr>
                        <a:t>Engineering and handover</a:t>
                      </a:r>
                    </a:p>
                  </a:txBody>
                  <a:tcPr marL="142875" marR="142875" marT="114300" marB="114300" anchor="ctr">
                    <a:lnL w="7620">
                      <a:solidFill>
                        <a:srgbClr val="D0DAE1"/>
                      </a:solidFill>
                      <a:prstDash val="solid"/>
                    </a:lnL>
                    <a:lnR w="7620">
                      <a:solidFill>
                        <a:srgbClr val="D0DAE1"/>
                      </a:solidFill>
                      <a:prstDash val="solid"/>
                    </a:lnR>
                    <a:lnB w="7620">
                      <a:solidFill>
                        <a:srgbClr val="D0DAE1"/>
                      </a:solidFill>
                      <a:prstDash val="solid"/>
                    </a:lnB>
                    <a:solidFill>
                      <a:srgbClr val="FFFFFF"/>
                    </a:solidFill>
                  </a:tcPr>
                </a:tc>
                <a:tc>
                  <a:txBody>
                    <a:bodyPr/>
                    <a:lstStyle/>
                    <a:p>
                      <a:r>
                        <a:rPr sz="1950">
                          <a:solidFill>
                            <a:srgbClr val="1E3040"/>
                          </a:solidFill>
                          <a:latin typeface="Arial"/>
                          <a:ea typeface="Arial"/>
                          <a:cs typeface="Arial"/>
                        </a:rPr>
                        <a:t>10</a:t>
                      </a:r>
                    </a:p>
                  </a:txBody>
                  <a:tcPr marL="142875" marR="142875" marT="114300" marB="114300" anchor="ctr">
                    <a:lnR w="7620">
                      <a:solidFill>
                        <a:srgbClr val="D0DAE1"/>
                      </a:solidFill>
                      <a:prstDash val="solid"/>
                    </a:lnR>
                    <a:lnB w="7620">
                      <a:solidFill>
                        <a:srgbClr val="D0DAE1"/>
                      </a:solidFill>
                      <a:prstDash val="solid"/>
                    </a:lnB>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1E3DE4D2-739E-40D7-8AA5-028385B846B4}"/>
              </a:ext>
            </a:extLst>
          </p:cNvPr>
          <p:cNvSpPr>
            <a:spLocks xmlns:a="http://schemas.openxmlformats.org/drawingml/2006/main" noGrp="1"/>
          </p:cNvSpPr>
          <p:nvPr/>
        </p:nvSpPr>
        <p:spPr>
          <a:xfrm xmlns:a="http://schemas.openxmlformats.org/drawingml/2006/main">
            <a:off x="685800" y="5886450"/>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00" b="0">
                <a:solidFill>
                  <a:srgbClr val="285D75"/>
                </a:solidFill>
                <a:latin typeface="Arial"/>
                <a:ea typeface="Arial"/>
                <a:cs typeface="Arial"/>
              </a:defRPr>
            </a:defPPr>
          </a:lstStyle>
          <a:p xmlns:a="http://schemas.openxmlformats.org/drawingml/2006/main">
            <a:pPr>
              <a:defRPr sz="1800" b="0">
                <a:solidFill>
                  <a:srgbClr val="285D75"/>
                </a:solidFill>
                <a:latin typeface="Arial"/>
                <a:ea typeface="Arial"/>
                <a:cs typeface="Arial"/>
              </a:defRPr>
            </a:pPr>
            <a:r>
              <a:rPr sz="1800" b="0">
                <a:solidFill>
                  <a:srgbClr val="285D75"/>
                </a:solidFill>
                <a:latin typeface="Arial"/>
                <a:ea typeface="Arial"/>
                <a:cs typeface="Arial"/>
              </a:rPr>
              <a:t>Mapping bonus: up to 10 additional points, scored separately</a:t>
            </a:r>
          </a:p>
        </p:txBody>
      </p:sp>
      <p:sp>
        <p:nvSpPr>
          <p:cNvPr id="4" name="">
            <a:extLst xmlns:a="http://schemas.openxmlformats.org/drawingml/2006/main">
              <a:ext uri="{FF2B5EF4-FFF2-40B4-BE49-F238E27FC236}">
                <a16:creationId xmlns:a16="http://schemas.microsoft.com/office/drawing/2014/main" id="{45771530-2F21-428B-98FF-CC30C6552649}"/>
              </a:ext>
            </a:extLst>
          </p:cNvPr>
          <p:cNvSpPr>
            <a:spLocks xmlns:a="http://schemas.openxmlformats.org/drawingml/2006/main" noGrp="1"/>
          </p:cNvSpPr>
          <p:nvPr/>
        </p:nvSpPr>
        <p:spPr>
          <a:xfrm xmlns:a="http://schemas.openxmlformats.org/drawingml/2006/main">
            <a:off x="685800" y="6419850"/>
            <a:ext cx="1028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125" b="0">
                <a:solidFill>
                  <a:srgbClr val="657784"/>
                </a:solidFill>
                <a:latin typeface="Arial"/>
                <a:ea typeface="Arial"/>
                <a:cs typeface="Arial"/>
              </a:defRPr>
            </a:defPPr>
          </a:lstStyle>
          <a:p xmlns:a="http://schemas.openxmlformats.org/drawingml/2006/main">
            <a:pPr>
              <a:defRPr sz="1125" b="0">
                <a:solidFill>
                  <a:srgbClr val="657784"/>
                </a:solidFill>
                <a:latin typeface="Arial"/>
                <a:ea typeface="Arial"/>
                <a:cs typeface="Arial"/>
              </a:defRPr>
            </a:pPr>
            <a:r>
              <a:rPr sz="1125" b="0">
                <a:solidFill>
                  <a:srgbClr val="657784"/>
                </a:solidFill>
                <a:latin typeface="Arial"/>
                <a:ea typeface="Arial"/>
                <a:cs typeface="Arial"/>
              </a:rPr>
              <a:t>Fictional exercise. Detailed candidate brief defines the requirements.</a:t>
            </a:r>
          </a:p>
        </p:txBody>
      </p:sp>
      <p:sp>
        <p:nvSpPr>
          <p:cNvPr id="5" name="">
            <a:extLst xmlns:a="http://schemas.openxmlformats.org/drawingml/2006/main">
              <a:ext uri="{FF2B5EF4-FFF2-40B4-BE49-F238E27FC236}">
                <a16:creationId xmlns:a16="http://schemas.microsoft.com/office/drawing/2014/main" id="{390F4E15-101E-4EA5-99A5-4F90EB98B427}"/>
              </a:ext>
            </a:extLst>
          </p:cNvPr>
          <p:cNvSpPr>
            <a:spLocks xmlns:a="http://schemas.openxmlformats.org/drawingml/2006/main" noGrp="1"/>
          </p:cNvSpPr>
          <p:nvPr/>
        </p:nvSpPr>
        <p:spPr>
          <a:xfrm xmlns:a="http://schemas.openxmlformats.org/drawingml/2006/main">
            <a:off x="11334750" y="641985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125" b="0">
                <a:solidFill>
                  <a:srgbClr val="657784"/>
                </a:solidFill>
                <a:latin typeface="Arial"/>
                <a:ea typeface="Arial"/>
                <a:cs typeface="Arial"/>
              </a:defRPr>
            </a:defPPr>
          </a:lstStyle>
          <a:p xmlns:a="http://schemas.openxmlformats.org/drawingml/2006/main">
            <a:pPr>
              <a:defRPr sz="1125" b="0">
                <a:solidFill>
                  <a:srgbClr val="657784"/>
                </a:solidFill>
                <a:latin typeface="Arial"/>
                <a:ea typeface="Arial"/>
                <a:cs typeface="Arial"/>
              </a:defRPr>
            </a:pPr>
            <a:r>
              <a:rPr sz="1125" b="0">
                <a:solidFill>
                  <a:srgbClr val="657784"/>
                </a:solidFill>
                <a:latin typeface="Arial"/>
                <a:ea typeface="Arial"/>
                <a:cs typeface="Arial"/>
              </a:rPr>
              <a:t>13</a:t>
            </a:r>
          </a:p>
        </p:txBody>
      </p:sp>
    </p:spTree>
    <p:extLst>
      <p:ext uri="{BB962C8B-B14F-4D97-AF65-F5344CB8AC3E}">
        <p14:creationId xmlns:p14="http://schemas.microsoft.com/office/powerpoint/2010/main" val="1115291614"/>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96BDD9C-DCBA-4F8D-AD3A-6E0E0509DC2F}"/>
              </a:ext>
            </a:extLst>
          </p:cNvPr>
          <p:cNvSpPr>
            <a:spLocks xmlns:a="http://schemas.openxmlformats.org/drawingml/2006/main" noGrp="1"/>
          </p:cNvSpPr>
          <p:nvPr/>
        </p:nvSpPr>
        <p:spPr>
          <a:xfrm xmlns:a="http://schemas.openxmlformats.org/drawingml/2006/main">
            <a:off x="685800" y="5715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450" b="1">
                <a:solidFill>
                  <a:srgbClr val="142C3D"/>
                </a:solidFill>
                <a:latin typeface="Arial"/>
                <a:ea typeface="Arial"/>
                <a:cs typeface="Arial"/>
              </a:defRPr>
            </a:defPPr>
          </a:lstStyle>
          <a:p xmlns:a="http://schemas.openxmlformats.org/drawingml/2006/main">
            <a:pPr>
              <a:defRPr sz="3450" b="1">
                <a:solidFill>
                  <a:srgbClr val="142C3D"/>
                </a:solidFill>
                <a:latin typeface="Arial"/>
                <a:ea typeface="Arial"/>
                <a:cs typeface="Arial"/>
              </a:defRPr>
            </a:pPr>
            <a:r>
              <a:rPr sz="3450" b="1">
                <a:solidFill>
                  <a:srgbClr val="142C3D"/>
                </a:solidFill>
                <a:latin typeface="Arial"/>
                <a:ea typeface="Arial"/>
                <a:cs typeface="Arial"/>
              </a:rPr>
              <a:t>Final candidate checklist</a:t>
            </a:r>
          </a:p>
        </p:txBody>
      </p:sp>
      <p:sp>
        <p:nvSpPr>
          <p:cNvPr id="2" name="">
            <a:extLst xmlns:a="http://schemas.openxmlformats.org/drawingml/2006/main">
              <a:ext uri="{FF2B5EF4-FFF2-40B4-BE49-F238E27FC236}">
                <a16:creationId xmlns:a16="http://schemas.microsoft.com/office/drawing/2014/main" id="{8A647E0C-EA70-417F-BF2C-1F779D406801}"/>
              </a:ext>
            </a:extLst>
          </p:cNvPr>
          <p:cNvSpPr>
            <a:spLocks xmlns:a="http://schemas.openxmlformats.org/drawingml/2006/main" noGrp="1"/>
          </p:cNvSpPr>
          <p:nvPr/>
        </p:nvSpPr>
        <p:spPr>
          <a:xfrm xmlns:a="http://schemas.openxmlformats.org/drawingml/2006/main">
            <a:off x="685800" y="1828800"/>
            <a:ext cx="2857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1">
                <a:solidFill>
                  <a:srgbClr val="285D75"/>
                </a:solidFill>
                <a:latin typeface="Arial"/>
                <a:ea typeface="Arial"/>
                <a:cs typeface="Arial"/>
              </a:defRPr>
            </a:defPPr>
          </a:lstStyle>
          <a:p xmlns:a="http://schemas.openxmlformats.org/drawingml/2006/main">
            <a:pPr>
              <a:defRPr sz="1950" b="1">
                <a:solidFill>
                  <a:srgbClr val="285D75"/>
                </a:solidFill>
                <a:latin typeface="Arial"/>
                <a:ea typeface="Arial"/>
                <a:cs typeface="Arial"/>
              </a:defRPr>
            </a:pPr>
            <a:r>
              <a:rPr sz="1950" b="1">
                <a:solidFill>
                  <a:srgbClr val="285D75"/>
                </a:solidFill>
                <a:latin typeface="Arial"/>
                <a:ea typeface="Arial"/>
                <a:cs typeface="Arial"/>
              </a:rPr>
              <a:t>Working workflow</a:t>
            </a:r>
          </a:p>
        </p:txBody>
      </p:sp>
      <p:sp>
        <p:nvSpPr>
          <p:cNvPr id="3" name="">
            <a:extLst xmlns:a="http://schemas.openxmlformats.org/drawingml/2006/main">
              <a:ext uri="{FF2B5EF4-FFF2-40B4-BE49-F238E27FC236}">
                <a16:creationId xmlns:a16="http://schemas.microsoft.com/office/drawing/2014/main" id="{84BB421F-DD5B-4E25-90EB-BDE5B8897696}"/>
              </a:ext>
            </a:extLst>
          </p:cNvPr>
          <p:cNvSpPr>
            <a:spLocks xmlns:a="http://schemas.openxmlformats.org/drawingml/2006/main" noGrp="1"/>
          </p:cNvSpPr>
          <p:nvPr/>
        </p:nvSpPr>
        <p:spPr>
          <a:xfrm xmlns:a="http://schemas.openxmlformats.org/drawingml/2006/main">
            <a:off x="3905250" y="1828800"/>
            <a:ext cx="7524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025" b="0">
                <a:solidFill>
                  <a:srgbClr val="1E3040"/>
                </a:solidFill>
                <a:latin typeface="Arial"/>
                <a:ea typeface="Arial"/>
                <a:cs typeface="Arial"/>
              </a:defRPr>
            </a:defPPr>
          </a:lstStyle>
          <a:p xmlns:a="http://schemas.openxmlformats.org/drawingml/2006/main">
            <a:pPr>
              <a:defRPr sz="2025" b="0">
                <a:solidFill>
                  <a:srgbClr val="1E3040"/>
                </a:solidFill>
                <a:latin typeface="Arial"/>
                <a:ea typeface="Arial"/>
                <a:cs typeface="Arial"/>
              </a:defRPr>
            </a:pPr>
            <a:r>
              <a:rPr sz="2025" b="0">
                <a:solidFill>
                  <a:srgbClr val="1E3040"/>
                </a:solidFill>
                <a:latin typeface="Arial"/>
                <a:ea typeface="Arial"/>
                <a:cs typeface="Arial"/>
              </a:rPr>
              <a:t>Enter the supplied site information, save it and analyze all three PDFs.</a:t>
            </a:r>
          </a:p>
        </p:txBody>
      </p:sp>
      <p:sp>
        <p:nvSpPr>
          <p:cNvPr id="4" name="">
            <a:extLst xmlns:a="http://schemas.openxmlformats.org/drawingml/2006/main">
              <a:ext uri="{FF2B5EF4-FFF2-40B4-BE49-F238E27FC236}">
                <a16:creationId xmlns:a16="http://schemas.microsoft.com/office/drawing/2014/main" id="{0FD4540A-5FFE-4737-877E-4AA24E3DDDC5}"/>
              </a:ext>
            </a:extLst>
          </p:cNvPr>
          <p:cNvSpPr>
            <a:spLocks xmlns:a="http://schemas.openxmlformats.org/drawingml/2006/main" noGrp="1"/>
          </p:cNvSpPr>
          <p:nvPr/>
        </p:nvSpPr>
        <p:spPr>
          <a:xfrm xmlns:a="http://schemas.openxmlformats.org/drawingml/2006/main">
            <a:off x="685800" y="2828925"/>
            <a:ext cx="2857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1">
                <a:solidFill>
                  <a:srgbClr val="285D75"/>
                </a:solidFill>
                <a:latin typeface="Arial"/>
                <a:ea typeface="Arial"/>
                <a:cs typeface="Arial"/>
              </a:defRPr>
            </a:defPPr>
          </a:lstStyle>
          <a:p xmlns:a="http://schemas.openxmlformats.org/drawingml/2006/main">
            <a:pPr>
              <a:defRPr sz="1950" b="1">
                <a:solidFill>
                  <a:srgbClr val="285D75"/>
                </a:solidFill>
                <a:latin typeface="Arial"/>
                <a:ea typeface="Arial"/>
                <a:cs typeface="Arial"/>
              </a:defRPr>
            </a:pPr>
            <a:r>
              <a:rPr sz="1950" b="1">
                <a:solidFill>
                  <a:srgbClr val="285D75"/>
                </a:solidFill>
                <a:latin typeface="Arial"/>
                <a:ea typeface="Arial"/>
                <a:cs typeface="Arial"/>
              </a:rPr>
              <a:t>Correct findings</a:t>
            </a:r>
          </a:p>
        </p:txBody>
      </p:sp>
      <p:sp>
        <p:nvSpPr>
          <p:cNvPr id="5" name="">
            <a:extLst xmlns:a="http://schemas.openxmlformats.org/drawingml/2006/main">
              <a:ext uri="{FF2B5EF4-FFF2-40B4-BE49-F238E27FC236}">
                <a16:creationId xmlns:a16="http://schemas.microsoft.com/office/drawing/2014/main" id="{532A2C56-2849-46D0-9E93-6EAC4CF8D4F7}"/>
              </a:ext>
            </a:extLst>
          </p:cNvPr>
          <p:cNvSpPr>
            <a:spLocks xmlns:a="http://schemas.openxmlformats.org/drawingml/2006/main" noGrp="1"/>
          </p:cNvSpPr>
          <p:nvPr/>
        </p:nvSpPr>
        <p:spPr>
          <a:xfrm xmlns:a="http://schemas.openxmlformats.org/drawingml/2006/main">
            <a:off x="3905250" y="2828925"/>
            <a:ext cx="7524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025" b="0">
                <a:solidFill>
                  <a:srgbClr val="1E3040"/>
                </a:solidFill>
                <a:latin typeface="Arial"/>
                <a:ea typeface="Arial"/>
                <a:cs typeface="Arial"/>
              </a:defRPr>
            </a:defPPr>
          </a:lstStyle>
          <a:p xmlns:a="http://schemas.openxmlformats.org/drawingml/2006/main">
            <a:pPr>
              <a:defRPr sz="2025" b="0">
                <a:solidFill>
                  <a:srgbClr val="1E3040"/>
                </a:solidFill>
                <a:latin typeface="Arial"/>
                <a:ea typeface="Arial"/>
                <a:cs typeface="Arial"/>
              </a:defRPr>
            </a:pPr>
            <a:r>
              <a:rPr sz="2025" b="0">
                <a:solidFill>
                  <a:srgbClr val="1E3040"/>
                </a:solidFill>
                <a:latin typeface="Arial"/>
                <a:ea typeface="Arial"/>
                <a:cs typeface="Arial"/>
              </a:rPr>
              <a:t>Keep layers, repeated samples, unknowns and evidence visible.</a:t>
            </a:r>
          </a:p>
        </p:txBody>
      </p:sp>
      <p:sp>
        <p:nvSpPr>
          <p:cNvPr id="6" name="">
            <a:extLst xmlns:a="http://schemas.openxmlformats.org/drawingml/2006/main">
              <a:ext uri="{FF2B5EF4-FFF2-40B4-BE49-F238E27FC236}">
                <a16:creationId xmlns:a16="http://schemas.microsoft.com/office/drawing/2014/main" id="{BE3F8CAA-8FB5-483F-879A-E283D7ABA4E6}"/>
              </a:ext>
            </a:extLst>
          </p:cNvPr>
          <p:cNvSpPr>
            <a:spLocks xmlns:a="http://schemas.openxmlformats.org/drawingml/2006/main" noGrp="1"/>
          </p:cNvSpPr>
          <p:nvPr/>
        </p:nvSpPr>
        <p:spPr>
          <a:xfrm xmlns:a="http://schemas.openxmlformats.org/drawingml/2006/main">
            <a:off x="685800" y="3829050"/>
            <a:ext cx="2857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1">
                <a:solidFill>
                  <a:srgbClr val="285D75"/>
                </a:solidFill>
                <a:latin typeface="Arial"/>
                <a:ea typeface="Arial"/>
                <a:cs typeface="Arial"/>
              </a:defRPr>
            </a:defPPr>
          </a:lstStyle>
          <a:p xmlns:a="http://schemas.openxmlformats.org/drawingml/2006/main">
            <a:pPr>
              <a:defRPr sz="1950" b="1">
                <a:solidFill>
                  <a:srgbClr val="285D75"/>
                </a:solidFill>
                <a:latin typeface="Arial"/>
                <a:ea typeface="Arial"/>
                <a:cs typeface="Arial"/>
              </a:defRPr>
            </a:pPr>
            <a:r>
              <a:rPr sz="1950" b="1">
                <a:solidFill>
                  <a:srgbClr val="285D75"/>
                </a:solidFill>
                <a:latin typeface="Arial"/>
                <a:ea typeface="Arial"/>
                <a:cs typeface="Arial"/>
              </a:rPr>
              <a:t>Usable output</a:t>
            </a:r>
          </a:p>
        </p:txBody>
      </p:sp>
      <p:sp>
        <p:nvSpPr>
          <p:cNvPr id="7" name="">
            <a:extLst xmlns:a="http://schemas.openxmlformats.org/drawingml/2006/main">
              <a:ext uri="{FF2B5EF4-FFF2-40B4-BE49-F238E27FC236}">
                <a16:creationId xmlns:a16="http://schemas.microsoft.com/office/drawing/2014/main" id="{48731F06-E0D9-4794-93FA-357494B26E02}"/>
              </a:ext>
            </a:extLst>
          </p:cNvPr>
          <p:cNvSpPr>
            <a:spLocks xmlns:a="http://schemas.openxmlformats.org/drawingml/2006/main" noGrp="1"/>
          </p:cNvSpPr>
          <p:nvPr/>
        </p:nvSpPr>
        <p:spPr>
          <a:xfrm xmlns:a="http://schemas.openxmlformats.org/drawingml/2006/main">
            <a:off x="3905250" y="3829050"/>
            <a:ext cx="7524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025" b="0">
                <a:solidFill>
                  <a:srgbClr val="1E3040"/>
                </a:solidFill>
                <a:latin typeface="Arial"/>
                <a:ea typeface="Arial"/>
                <a:cs typeface="Arial"/>
              </a:defRPr>
            </a:defPPr>
          </a:lstStyle>
          <a:p xmlns:a="http://schemas.openxmlformats.org/drawingml/2006/main">
            <a:pPr>
              <a:defRPr sz="2025" b="0">
                <a:solidFill>
                  <a:srgbClr val="1E3040"/>
                </a:solidFill>
                <a:latin typeface="Arial"/>
                <a:ea typeface="Arial"/>
                <a:cs typeface="Arial"/>
              </a:defRPr>
            </a:pPr>
            <a:r>
              <a:rPr sz="2025" b="0">
                <a:solidFill>
                  <a:srgbClr val="1E3040"/>
                </a:solidFill>
                <a:latin typeface="Arial"/>
                <a:ea typeface="Arial"/>
                <a:cs typeface="Arial"/>
              </a:rPr>
              <a:t>Review the draft and open matching Word and PDF downloads.</a:t>
            </a:r>
          </a:p>
        </p:txBody>
      </p:sp>
      <p:sp>
        <p:nvSpPr>
          <p:cNvPr id="8" name="">
            <a:extLst xmlns:a="http://schemas.openxmlformats.org/drawingml/2006/main">
              <a:ext uri="{FF2B5EF4-FFF2-40B4-BE49-F238E27FC236}">
                <a16:creationId xmlns:a16="http://schemas.microsoft.com/office/drawing/2014/main" id="{7C7F28A7-44C9-4423-9572-40717627D67B}"/>
              </a:ext>
            </a:extLst>
          </p:cNvPr>
          <p:cNvSpPr>
            <a:spLocks xmlns:a="http://schemas.openxmlformats.org/drawingml/2006/main" noGrp="1"/>
          </p:cNvSpPr>
          <p:nvPr/>
        </p:nvSpPr>
        <p:spPr>
          <a:xfrm xmlns:a="http://schemas.openxmlformats.org/drawingml/2006/main">
            <a:off x="685800" y="4829175"/>
            <a:ext cx="2857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1">
                <a:solidFill>
                  <a:srgbClr val="285D75"/>
                </a:solidFill>
                <a:latin typeface="Arial"/>
                <a:ea typeface="Arial"/>
                <a:cs typeface="Arial"/>
              </a:defRPr>
            </a:defPPr>
          </a:lstStyle>
          <a:p xmlns:a="http://schemas.openxmlformats.org/drawingml/2006/main">
            <a:pPr>
              <a:defRPr sz="1950" b="1">
                <a:solidFill>
                  <a:srgbClr val="285D75"/>
                </a:solidFill>
                <a:latin typeface="Arial"/>
                <a:ea typeface="Arial"/>
                <a:cs typeface="Arial"/>
              </a:defRPr>
            </a:pPr>
            <a:r>
              <a:rPr sz="1950" b="1">
                <a:solidFill>
                  <a:srgbClr val="285D75"/>
                </a:solidFill>
                <a:latin typeface="Arial"/>
                <a:ea typeface="Arial"/>
                <a:cs typeface="Arial"/>
              </a:rPr>
              <a:t>Clear handover</a:t>
            </a:r>
          </a:p>
        </p:txBody>
      </p:sp>
      <p:sp>
        <p:nvSpPr>
          <p:cNvPr id="9" name="">
            <a:extLst xmlns:a="http://schemas.openxmlformats.org/drawingml/2006/main">
              <a:ext uri="{FF2B5EF4-FFF2-40B4-BE49-F238E27FC236}">
                <a16:creationId xmlns:a16="http://schemas.microsoft.com/office/drawing/2014/main" id="{3C51659A-0CB0-4D69-8F84-ACB19983BB40}"/>
              </a:ext>
            </a:extLst>
          </p:cNvPr>
          <p:cNvSpPr>
            <a:spLocks xmlns:a="http://schemas.openxmlformats.org/drawingml/2006/main" noGrp="1"/>
          </p:cNvSpPr>
          <p:nvPr/>
        </p:nvSpPr>
        <p:spPr>
          <a:xfrm xmlns:a="http://schemas.openxmlformats.org/drawingml/2006/main">
            <a:off x="3905250" y="4829175"/>
            <a:ext cx="7524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025" b="0">
                <a:solidFill>
                  <a:srgbClr val="1E3040"/>
                </a:solidFill>
                <a:latin typeface="Arial"/>
                <a:ea typeface="Arial"/>
                <a:cs typeface="Arial"/>
              </a:defRPr>
            </a:defPPr>
          </a:lstStyle>
          <a:p xmlns:a="http://schemas.openxmlformats.org/drawingml/2006/main">
            <a:pPr>
              <a:defRPr sz="2025" b="0">
                <a:solidFill>
                  <a:srgbClr val="1E3040"/>
                </a:solidFill>
                <a:latin typeface="Arial"/>
                <a:ea typeface="Arial"/>
                <a:cs typeface="Arial"/>
              </a:defRPr>
            </a:pPr>
            <a:r>
              <a:rPr sz="2025" b="0">
                <a:solidFill>
                  <a:srgbClr val="1E3040"/>
                </a:solidFill>
                <a:latin typeface="Arial"/>
                <a:ea typeface="Arial"/>
                <a:cs typeface="Arial"/>
              </a:rPr>
              <a:t>Show the preview, explain setup, record time and disclose limitations.</a:t>
            </a:r>
          </a:p>
        </p:txBody>
      </p:sp>
      <p:sp>
        <p:nvSpPr>
          <p:cNvPr id="10" name="">
            <a:extLst xmlns:a="http://schemas.openxmlformats.org/drawingml/2006/main">
              <a:ext uri="{FF2B5EF4-FFF2-40B4-BE49-F238E27FC236}">
                <a16:creationId xmlns:a16="http://schemas.microsoft.com/office/drawing/2014/main" id="{13993424-75A7-4883-BEDF-5B8652C90E3A}"/>
              </a:ext>
            </a:extLst>
          </p:cNvPr>
          <p:cNvSpPr>
            <a:spLocks xmlns:a="http://schemas.openxmlformats.org/drawingml/2006/main" noGrp="1"/>
          </p:cNvSpPr>
          <p:nvPr/>
        </p:nvSpPr>
        <p:spPr>
          <a:xfrm xmlns:a="http://schemas.openxmlformats.org/drawingml/2006/main">
            <a:off x="685800" y="6419850"/>
            <a:ext cx="1028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125" b="0">
                <a:solidFill>
                  <a:srgbClr val="657784"/>
                </a:solidFill>
                <a:latin typeface="Arial"/>
                <a:ea typeface="Arial"/>
                <a:cs typeface="Arial"/>
              </a:defRPr>
            </a:defPPr>
          </a:lstStyle>
          <a:p xmlns:a="http://schemas.openxmlformats.org/drawingml/2006/main">
            <a:pPr>
              <a:defRPr sz="1125" b="0">
                <a:solidFill>
                  <a:srgbClr val="657784"/>
                </a:solidFill>
                <a:latin typeface="Arial"/>
                <a:ea typeface="Arial"/>
                <a:cs typeface="Arial"/>
              </a:defRPr>
            </a:pPr>
            <a:r>
              <a:rPr sz="1125" b="0">
                <a:solidFill>
                  <a:srgbClr val="657784"/>
                </a:solidFill>
                <a:latin typeface="Arial"/>
                <a:ea typeface="Arial"/>
                <a:cs typeface="Arial"/>
              </a:rPr>
              <a:t>Fictional exercise. Detailed candidate brief defines the requirements.</a:t>
            </a:r>
          </a:p>
        </p:txBody>
      </p:sp>
      <p:sp>
        <p:nvSpPr>
          <p:cNvPr id="11" name="">
            <a:extLst xmlns:a="http://schemas.openxmlformats.org/drawingml/2006/main">
              <a:ext uri="{FF2B5EF4-FFF2-40B4-BE49-F238E27FC236}">
                <a16:creationId xmlns:a16="http://schemas.microsoft.com/office/drawing/2014/main" id="{6F8EA550-C96C-43DA-9241-EB4472AA1A8A}"/>
              </a:ext>
            </a:extLst>
          </p:cNvPr>
          <p:cNvSpPr>
            <a:spLocks xmlns:a="http://schemas.openxmlformats.org/drawingml/2006/main" noGrp="1"/>
          </p:cNvSpPr>
          <p:nvPr/>
        </p:nvSpPr>
        <p:spPr>
          <a:xfrm xmlns:a="http://schemas.openxmlformats.org/drawingml/2006/main">
            <a:off x="11334750" y="641985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125" b="0">
                <a:solidFill>
                  <a:srgbClr val="657784"/>
                </a:solidFill>
                <a:latin typeface="Arial"/>
                <a:ea typeface="Arial"/>
                <a:cs typeface="Arial"/>
              </a:defRPr>
            </a:defPPr>
          </a:lstStyle>
          <a:p xmlns:a="http://schemas.openxmlformats.org/drawingml/2006/main">
            <a:pPr>
              <a:defRPr sz="1125" b="0">
                <a:solidFill>
                  <a:srgbClr val="657784"/>
                </a:solidFill>
                <a:latin typeface="Arial"/>
                <a:ea typeface="Arial"/>
                <a:cs typeface="Arial"/>
              </a:defRPr>
            </a:pPr>
            <a:r>
              <a:rPr sz="1125" b="0">
                <a:solidFill>
                  <a:srgbClr val="657784"/>
                </a:solidFill>
                <a:latin typeface="Arial"/>
                <a:ea typeface="Arial"/>
                <a:cs typeface="Arial"/>
              </a:rPr>
              <a:t>14</a:t>
            </a:r>
          </a:p>
        </p:txBody>
      </p:sp>
    </p:spTree>
    <p:extLst>
      <p:ext uri="{BB962C8B-B14F-4D97-AF65-F5344CB8AC3E}">
        <p14:creationId xmlns:p14="http://schemas.microsoft.com/office/powerpoint/2010/main" val="50558986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2026-10-15T16:07:05.4320000Z</dcterms:created>
  <dcterms:modified xsi:type="dcterms:W3CDTF">2026-10-15T16:07:05.4320000Z</dcterms:modified>
</coreProperties>
</file>